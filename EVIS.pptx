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 id="2147483686" r:id="rId3"/>
  </p:sldMasterIdLst>
  <p:notesMasterIdLst>
    <p:notesMasterId r:id="rId24"/>
  </p:notesMasterIdLst>
  <p:handoutMasterIdLst>
    <p:handoutMasterId r:id="rId25"/>
  </p:handoutMasterIdLst>
  <p:sldIdLst>
    <p:sldId id="257" r:id="rId4"/>
    <p:sldId id="258" r:id="rId5"/>
    <p:sldId id="313" r:id="rId6"/>
    <p:sldId id="308" r:id="rId7"/>
    <p:sldId id="312" r:id="rId8"/>
    <p:sldId id="263" r:id="rId9"/>
    <p:sldId id="264" r:id="rId10"/>
    <p:sldId id="314" r:id="rId11"/>
    <p:sldId id="295" r:id="rId12"/>
    <p:sldId id="316" r:id="rId13"/>
    <p:sldId id="307" r:id="rId14"/>
    <p:sldId id="322" r:id="rId15"/>
    <p:sldId id="321" r:id="rId16"/>
    <p:sldId id="320" r:id="rId17"/>
    <p:sldId id="268" r:id="rId18"/>
    <p:sldId id="319" r:id="rId19"/>
    <p:sldId id="310" r:id="rId20"/>
    <p:sldId id="297" r:id="rId21"/>
    <p:sldId id="290" r:id="rId22"/>
    <p:sldId id="291" r:id="rId23"/>
  </p:sldIdLst>
  <p:sldSz cx="9144000" cy="6858000" type="screen4x3"/>
  <p:notesSz cx="6735763" cy="9866313"/>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6699"/>
    <a:srgbClr val="006600"/>
    <a:srgbClr val="000099"/>
    <a:srgbClr val="0033CC"/>
    <a:srgbClr val="008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167" autoAdjust="0"/>
    <p:restoredTop sz="94660"/>
  </p:normalViewPr>
  <p:slideViewPr>
    <p:cSldViewPr>
      <p:cViewPr>
        <p:scale>
          <a:sx n="73" d="100"/>
          <a:sy n="73" d="100"/>
        </p:scale>
        <p:origin x="1622" y="173"/>
      </p:cViewPr>
      <p:guideLst>
        <p:guide orient="horz" pos="2160"/>
        <p:guide pos="2880"/>
      </p:guideLst>
    </p:cSldViewPr>
  </p:slideViewPr>
  <p:notesTextViewPr>
    <p:cViewPr>
      <p:scale>
        <a:sx n="150" d="100"/>
        <a:sy n="15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presProps" Target="presProps.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handoutMaster" Target="handoutMasters/handoutMaster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notesMaster" Target="notesMasters/notesMaster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theme" Target="theme/theme1.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782" name="Header Placeholder 1"/>
          <p:cNvSpPr>
            <a:spLocks noGrp="1"/>
          </p:cNvSpPr>
          <p:nvPr>
            <p:ph type="hdr" sz="quarter"/>
          </p:nvPr>
        </p:nvSpPr>
        <p:spPr>
          <a:xfrm>
            <a:off x="0" y="0"/>
            <a:ext cx="2919413" cy="493713"/>
          </a:xfrm>
          <a:prstGeom prst="rect">
            <a:avLst/>
          </a:prstGeom>
        </p:spPr>
        <p:txBody>
          <a:bodyPr vert="horz" lIns="91440" tIns="45720" rIns="91440" bIns="45720" rtlCol="0"/>
          <a:lstStyle>
            <a:lvl1pPr algn="l">
              <a:defRPr sz="1200"/>
            </a:lvl1pPr>
          </a:lstStyle>
          <a:p>
            <a:endParaRPr lang="en-US"/>
          </a:p>
        </p:txBody>
      </p:sp>
      <p:sp>
        <p:nvSpPr>
          <p:cNvPr id="1048783" name="Date Placeholder 2"/>
          <p:cNvSpPr>
            <a:spLocks noGrp="1"/>
          </p:cNvSpPr>
          <p:nvPr>
            <p:ph type="dt" sz="quarter" idx="1"/>
          </p:nvPr>
        </p:nvSpPr>
        <p:spPr>
          <a:xfrm>
            <a:off x="3814763" y="0"/>
            <a:ext cx="2919412" cy="493713"/>
          </a:xfrm>
          <a:prstGeom prst="rect">
            <a:avLst/>
          </a:prstGeom>
        </p:spPr>
        <p:txBody>
          <a:bodyPr vert="horz" lIns="91440" tIns="45720" rIns="91440" bIns="45720" rtlCol="0"/>
          <a:lstStyle>
            <a:lvl1pPr algn="r">
              <a:defRPr sz="1200"/>
            </a:lvl1pPr>
          </a:lstStyle>
          <a:p>
            <a:fld id="{F5AADF60-20FE-4712-992F-EDBC35225153}" type="datetimeFigureOut">
              <a:rPr lang="en-US"/>
              <a:pPr/>
              <a:t>3/9/2026</a:t>
            </a:fld>
            <a:endParaRPr lang="en-US"/>
          </a:p>
        </p:txBody>
      </p:sp>
      <p:sp>
        <p:nvSpPr>
          <p:cNvPr id="1048784" name="Footer Placeholder 3"/>
          <p:cNvSpPr>
            <a:spLocks noGrp="1"/>
          </p:cNvSpPr>
          <p:nvPr>
            <p:ph type="ftr" sz="quarter" idx="2"/>
          </p:nvPr>
        </p:nvSpPr>
        <p:spPr>
          <a:xfrm>
            <a:off x="0" y="9371013"/>
            <a:ext cx="2919413" cy="493712"/>
          </a:xfrm>
          <a:prstGeom prst="rect">
            <a:avLst/>
          </a:prstGeom>
        </p:spPr>
        <p:txBody>
          <a:bodyPr vert="horz" lIns="91440" tIns="45720" rIns="91440" bIns="45720" rtlCol="0" anchor="b"/>
          <a:lstStyle>
            <a:lvl1pPr algn="l">
              <a:defRPr sz="1200"/>
            </a:lvl1pPr>
          </a:lstStyle>
          <a:p>
            <a:endParaRPr lang="en-US"/>
          </a:p>
        </p:txBody>
      </p:sp>
      <p:sp>
        <p:nvSpPr>
          <p:cNvPr id="1048785" name="Slide Number Placeholder 4"/>
          <p:cNvSpPr>
            <a:spLocks noGrp="1"/>
          </p:cNvSpPr>
          <p:nvPr>
            <p:ph type="sldNum" sz="quarter" idx="3"/>
          </p:nvPr>
        </p:nvSpPr>
        <p:spPr>
          <a:xfrm>
            <a:off x="3814763" y="9371013"/>
            <a:ext cx="2919412" cy="493712"/>
          </a:xfrm>
          <a:prstGeom prst="rect">
            <a:avLst/>
          </a:prstGeom>
        </p:spPr>
        <p:txBody>
          <a:bodyPr vert="horz" lIns="91440" tIns="45720" rIns="91440" bIns="45720" rtlCol="0" anchor="b"/>
          <a:lstStyle>
            <a:lvl1pPr algn="r">
              <a:defRPr sz="1200"/>
            </a:lvl1pPr>
          </a:lstStyle>
          <a:p>
            <a:fld id="{2DC958E4-7DA1-4DBD-BD9E-EF79AF32806B}" type="slidenum">
              <a:rPr lang="en-US"/>
              <a:pPr/>
              <a:t>‹#›</a:t>
            </a:fld>
            <a:endParaRPr lang="en-US"/>
          </a:p>
        </p:txBody>
      </p:sp>
    </p:spTree>
    <p:extLst>
      <p:ext uri="{BB962C8B-B14F-4D97-AF65-F5344CB8AC3E}">
        <p14:creationId xmlns:p14="http://schemas.microsoft.com/office/powerpoint/2010/main" val="147935139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776" name="Header Placeholder 1"/>
          <p:cNvSpPr>
            <a:spLocks noGrp="1"/>
          </p:cNvSpPr>
          <p:nvPr>
            <p:ph type="hdr" sz="quarter"/>
          </p:nvPr>
        </p:nvSpPr>
        <p:spPr>
          <a:xfrm>
            <a:off x="0" y="0"/>
            <a:ext cx="2919413" cy="493713"/>
          </a:xfrm>
          <a:prstGeom prst="rect">
            <a:avLst/>
          </a:prstGeom>
        </p:spPr>
        <p:txBody>
          <a:bodyPr vert="horz" lIns="91440" tIns="45720" rIns="91440" bIns="45720" rtlCol="0"/>
          <a:lstStyle>
            <a:lvl1pPr algn="l">
              <a:defRPr sz="1200"/>
            </a:lvl1pPr>
          </a:lstStyle>
          <a:p>
            <a:endParaRPr lang="en-GB"/>
          </a:p>
        </p:txBody>
      </p:sp>
      <p:sp>
        <p:nvSpPr>
          <p:cNvPr id="1048777" name="Date Placeholder 2"/>
          <p:cNvSpPr>
            <a:spLocks noGrp="1"/>
          </p:cNvSpPr>
          <p:nvPr>
            <p:ph type="dt" idx="1"/>
          </p:nvPr>
        </p:nvSpPr>
        <p:spPr>
          <a:xfrm>
            <a:off x="3814763" y="0"/>
            <a:ext cx="2919412" cy="493713"/>
          </a:xfrm>
          <a:prstGeom prst="rect">
            <a:avLst/>
          </a:prstGeom>
        </p:spPr>
        <p:txBody>
          <a:bodyPr vert="horz" lIns="91440" tIns="45720" rIns="91440" bIns="45720" rtlCol="0"/>
          <a:lstStyle>
            <a:lvl1pPr algn="r">
              <a:defRPr sz="1200"/>
            </a:lvl1pPr>
          </a:lstStyle>
          <a:p>
            <a:fld id="{B61C34E8-AF3A-4395-ACCB-850F986824EC}" type="datetimeFigureOut">
              <a:rPr lang="en-GB" smtClean="0"/>
              <a:pPr/>
              <a:t>09/03/2026</a:t>
            </a:fld>
            <a:endParaRPr lang="en-GB"/>
          </a:p>
        </p:txBody>
      </p:sp>
      <p:sp>
        <p:nvSpPr>
          <p:cNvPr id="1048778" name="Slide Image Placeholder 3"/>
          <p:cNvSpPr>
            <a:spLocks noGrp="1" noRot="1" noChangeAspect="1"/>
          </p:cNvSpPr>
          <p:nvPr>
            <p:ph type="sldImg" idx="2"/>
          </p:nvPr>
        </p:nvSpPr>
        <p:spPr>
          <a:xfrm>
            <a:off x="900113" y="739775"/>
            <a:ext cx="4935537" cy="3700463"/>
          </a:xfrm>
          <a:prstGeom prst="rect">
            <a:avLst/>
          </a:prstGeom>
          <a:noFill/>
          <a:ln w="12700">
            <a:solidFill>
              <a:prstClr val="black"/>
            </a:solidFill>
          </a:ln>
        </p:spPr>
        <p:txBody>
          <a:bodyPr vert="horz" lIns="91440" tIns="45720" rIns="91440" bIns="45720" rtlCol="0" anchor="ctr"/>
          <a:lstStyle/>
          <a:p>
            <a:endParaRPr lang="en-GB"/>
          </a:p>
        </p:txBody>
      </p:sp>
      <p:sp>
        <p:nvSpPr>
          <p:cNvPr id="1048779" name="Notes Placeholder 4"/>
          <p:cNvSpPr>
            <a:spLocks noGrp="1"/>
          </p:cNvSpPr>
          <p:nvPr>
            <p:ph type="body" sz="quarter" idx="3"/>
          </p:nvPr>
        </p:nvSpPr>
        <p:spPr>
          <a:xfrm>
            <a:off x="673100" y="4686300"/>
            <a:ext cx="5389563" cy="44402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48780" name="Footer Placeholder 5"/>
          <p:cNvSpPr>
            <a:spLocks noGrp="1"/>
          </p:cNvSpPr>
          <p:nvPr>
            <p:ph type="ftr" sz="quarter" idx="4"/>
          </p:nvPr>
        </p:nvSpPr>
        <p:spPr>
          <a:xfrm>
            <a:off x="0" y="9371013"/>
            <a:ext cx="2919413" cy="493712"/>
          </a:xfrm>
          <a:prstGeom prst="rect">
            <a:avLst/>
          </a:prstGeom>
        </p:spPr>
        <p:txBody>
          <a:bodyPr vert="horz" lIns="91440" tIns="45720" rIns="91440" bIns="45720" rtlCol="0" anchor="b"/>
          <a:lstStyle>
            <a:lvl1pPr algn="l">
              <a:defRPr sz="1200"/>
            </a:lvl1pPr>
          </a:lstStyle>
          <a:p>
            <a:endParaRPr lang="en-GB"/>
          </a:p>
        </p:txBody>
      </p:sp>
      <p:sp>
        <p:nvSpPr>
          <p:cNvPr id="1048781" name="Slide Number Placeholder 6"/>
          <p:cNvSpPr>
            <a:spLocks noGrp="1"/>
          </p:cNvSpPr>
          <p:nvPr>
            <p:ph type="sldNum" sz="quarter" idx="5"/>
          </p:nvPr>
        </p:nvSpPr>
        <p:spPr>
          <a:xfrm>
            <a:off x="3814763" y="9371013"/>
            <a:ext cx="2919412" cy="493712"/>
          </a:xfrm>
          <a:prstGeom prst="rect">
            <a:avLst/>
          </a:prstGeom>
        </p:spPr>
        <p:txBody>
          <a:bodyPr vert="horz" lIns="91440" tIns="45720" rIns="91440" bIns="45720" rtlCol="0" anchor="b"/>
          <a:lstStyle>
            <a:lvl1pPr algn="r">
              <a:defRPr sz="1200"/>
            </a:lvl1pPr>
          </a:lstStyle>
          <a:p>
            <a:fld id="{3B56E55A-5FF4-4388-AEA5-A9C78B46A1FD}" type="slidenum">
              <a:rPr lang="en-GB" smtClean="0"/>
              <a:pPr/>
              <a:t>‹#›</a:t>
            </a:fld>
            <a:endParaRPr lang="en-GB"/>
          </a:p>
        </p:txBody>
      </p:sp>
    </p:spTree>
    <p:extLst>
      <p:ext uri="{BB962C8B-B14F-4D97-AF65-F5344CB8AC3E}">
        <p14:creationId xmlns:p14="http://schemas.microsoft.com/office/powerpoint/2010/main" val="12818290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2" name="Slide Image Placeholder 1"/>
          <p:cNvSpPr>
            <a:spLocks noGrp="1" noRot="1" noChangeAspect="1" noTextEdit="1"/>
          </p:cNvSpPr>
          <p:nvPr>
            <p:ph type="sldImg"/>
          </p:nvPr>
        </p:nvSpPr>
        <p:spPr bwMode="auto">
          <a:noFill/>
          <a:ln>
            <a:solidFill>
              <a:srgbClr val="000000"/>
            </a:solidFill>
            <a:miter lim="800000"/>
          </a:ln>
        </p:spPr>
      </p:sp>
      <p:sp>
        <p:nvSpPr>
          <p:cNvPr id="1048593" name="Notes Placeholder 2"/>
          <p:cNvSpPr>
            <a:spLocks noGrp="1"/>
          </p:cNvSpPr>
          <p:nvPr>
            <p:ph type="body" idx="1"/>
          </p:nvPr>
        </p:nvSpPr>
        <p:spPr bwMode="auto">
          <a:noFill/>
        </p:spPr>
        <p:txBody>
          <a:bodyPr wrap="square" numCol="1" anchor="t" anchorCtr="0" compatLnSpc="1"/>
          <a:lstStyle/>
          <a:p>
            <a:pPr eaLnBrk="1" hangingPunct="1">
              <a:spcBef>
                <a:spcPct val="0"/>
              </a:spcBef>
            </a:pPr>
            <a:endParaRPr lang="en-US"/>
          </a:p>
        </p:txBody>
      </p:sp>
      <p:sp>
        <p:nvSpPr>
          <p:cNvPr id="1048594" name="Slide Number Placeholder 4"/>
          <p:cNvSpPr>
            <a:spLocks noGrp="1"/>
          </p:cNvSpPr>
          <p:nvPr>
            <p:ph type="sldNum" sz="quarter" idx="5"/>
          </p:nvPr>
        </p:nvSpPr>
        <p:spPr bwMode="auto">
          <a:ln>
            <a:miter lim="800000"/>
          </a:ln>
        </p:spPr>
        <p:txBody>
          <a:bodyPr wrap="square" numCol="1" anchorCtr="0" compatLnSpc="1"/>
          <a:lstStyle/>
          <a:p>
            <a:fld id="{5A4514F2-1CC3-4186-A118-4EF14066A150}" type="slidenum">
              <a:rPr lang="en-US" smtClean="0">
                <a:solidFill>
                  <a:prstClr val="black"/>
                </a:solidFill>
              </a:rPr>
              <a:pPr/>
              <a:t>15</a:t>
            </a:fld>
            <a:endParaRPr lang="en-US">
              <a:solidFill>
                <a:prstClr val="black"/>
              </a:solidFill>
            </a:endParaRPr>
          </a:p>
        </p:txBody>
      </p:sp>
      <p:sp>
        <p:nvSpPr>
          <p:cNvPr id="1048595" name="Footer Placeholder 5"/>
          <p:cNvSpPr>
            <a:spLocks noGrp="1"/>
          </p:cNvSpPr>
          <p:nvPr>
            <p:ph type="ftr" sz="quarter" idx="10"/>
          </p:nvPr>
        </p:nvSpPr>
        <p:spPr/>
        <p:txBody>
          <a:bodyPr/>
          <a:lstStyle/>
          <a:p>
            <a:endParaRPr lang="en-IN">
              <a:solidFill>
                <a:prstClr val="black"/>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ACF6AB-6FA8-B090-3FF0-3ED3890E2244}"/>
            </a:ext>
          </a:extLst>
        </p:cNvPr>
        <p:cNvGrpSpPr/>
        <p:nvPr/>
      </p:nvGrpSpPr>
      <p:grpSpPr>
        <a:xfrm>
          <a:off x="0" y="0"/>
          <a:ext cx="0" cy="0"/>
          <a:chOff x="0" y="0"/>
          <a:chExt cx="0" cy="0"/>
        </a:xfrm>
      </p:grpSpPr>
      <p:sp>
        <p:nvSpPr>
          <p:cNvPr id="1048592" name="Slide Image Placeholder 1">
            <a:extLst>
              <a:ext uri="{FF2B5EF4-FFF2-40B4-BE49-F238E27FC236}">
                <a16:creationId xmlns:a16="http://schemas.microsoft.com/office/drawing/2014/main" id="{E7680BA6-EBAA-71E3-1E0A-BB305B642421}"/>
              </a:ext>
            </a:extLst>
          </p:cNvPr>
          <p:cNvSpPr>
            <a:spLocks noGrp="1" noRot="1" noChangeAspect="1" noTextEdit="1"/>
          </p:cNvSpPr>
          <p:nvPr>
            <p:ph type="sldImg"/>
          </p:nvPr>
        </p:nvSpPr>
        <p:spPr bwMode="auto">
          <a:noFill/>
          <a:ln>
            <a:solidFill>
              <a:srgbClr val="000000"/>
            </a:solidFill>
            <a:miter lim="800000"/>
          </a:ln>
        </p:spPr>
      </p:sp>
      <p:sp>
        <p:nvSpPr>
          <p:cNvPr id="1048593" name="Notes Placeholder 2">
            <a:extLst>
              <a:ext uri="{FF2B5EF4-FFF2-40B4-BE49-F238E27FC236}">
                <a16:creationId xmlns:a16="http://schemas.microsoft.com/office/drawing/2014/main" id="{D9DF98DA-9086-A75B-195D-C1E5546CA21A}"/>
              </a:ext>
            </a:extLst>
          </p:cNvPr>
          <p:cNvSpPr>
            <a:spLocks noGrp="1"/>
          </p:cNvSpPr>
          <p:nvPr>
            <p:ph type="body" idx="1"/>
          </p:nvPr>
        </p:nvSpPr>
        <p:spPr bwMode="auto">
          <a:noFill/>
        </p:spPr>
        <p:txBody>
          <a:bodyPr wrap="square" numCol="1" anchor="t" anchorCtr="0" compatLnSpc="1"/>
          <a:lstStyle/>
          <a:p>
            <a:pPr eaLnBrk="1" hangingPunct="1">
              <a:spcBef>
                <a:spcPct val="0"/>
              </a:spcBef>
            </a:pPr>
            <a:endParaRPr lang="en-US"/>
          </a:p>
        </p:txBody>
      </p:sp>
      <p:sp>
        <p:nvSpPr>
          <p:cNvPr id="1048594" name="Slide Number Placeholder 4">
            <a:extLst>
              <a:ext uri="{FF2B5EF4-FFF2-40B4-BE49-F238E27FC236}">
                <a16:creationId xmlns:a16="http://schemas.microsoft.com/office/drawing/2014/main" id="{604705E9-E6B0-6D71-7699-5FB589EB522B}"/>
              </a:ext>
            </a:extLst>
          </p:cNvPr>
          <p:cNvSpPr>
            <a:spLocks noGrp="1"/>
          </p:cNvSpPr>
          <p:nvPr>
            <p:ph type="sldNum" sz="quarter" idx="5"/>
          </p:nvPr>
        </p:nvSpPr>
        <p:spPr bwMode="auto">
          <a:ln>
            <a:miter lim="800000"/>
          </a:ln>
        </p:spPr>
        <p:txBody>
          <a:bodyPr wrap="square" numCol="1" anchorCtr="0" compatLnSpc="1"/>
          <a:lstStyle/>
          <a:p>
            <a:fld id="{5A4514F2-1CC3-4186-A118-4EF14066A150}" type="slidenum">
              <a:rPr lang="en-US" smtClean="0">
                <a:solidFill>
                  <a:prstClr val="black"/>
                </a:solidFill>
              </a:rPr>
              <a:pPr/>
              <a:t>16</a:t>
            </a:fld>
            <a:endParaRPr lang="en-US">
              <a:solidFill>
                <a:prstClr val="black"/>
              </a:solidFill>
            </a:endParaRPr>
          </a:p>
        </p:txBody>
      </p:sp>
      <p:sp>
        <p:nvSpPr>
          <p:cNvPr id="1048595" name="Footer Placeholder 5">
            <a:extLst>
              <a:ext uri="{FF2B5EF4-FFF2-40B4-BE49-F238E27FC236}">
                <a16:creationId xmlns:a16="http://schemas.microsoft.com/office/drawing/2014/main" id="{CACBB299-B837-A84C-7E40-7CDA95074014}"/>
              </a:ext>
            </a:extLst>
          </p:cNvPr>
          <p:cNvSpPr>
            <a:spLocks noGrp="1"/>
          </p:cNvSpPr>
          <p:nvPr>
            <p:ph type="ftr" sz="quarter" idx="10"/>
          </p:nvPr>
        </p:nvSpPr>
        <p:spPr/>
        <p:txBody>
          <a:bodyPr/>
          <a:lstStyle/>
          <a:p>
            <a:endParaRPr lang="en-IN">
              <a:solidFill>
                <a:prstClr val="black"/>
              </a:solidFill>
            </a:endParaRPr>
          </a:p>
        </p:txBody>
      </p:sp>
    </p:spTree>
    <p:extLst>
      <p:ext uri="{BB962C8B-B14F-4D97-AF65-F5344CB8AC3E}">
        <p14:creationId xmlns:p14="http://schemas.microsoft.com/office/powerpoint/2010/main" val="34857954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Slide Image Placeholder 1"/>
          <p:cNvSpPr>
            <a:spLocks noGrp="1" noRot="1" noChangeAspect="1" noTextEdit="1"/>
          </p:cNvSpPr>
          <p:nvPr>
            <p:ph type="sldImg"/>
          </p:nvPr>
        </p:nvSpPr>
        <p:spPr bwMode="auto">
          <a:noFill/>
          <a:ln>
            <a:solidFill>
              <a:srgbClr val="000000"/>
            </a:solidFill>
            <a:miter lim="800000"/>
          </a:ln>
        </p:spPr>
      </p:sp>
      <p:sp>
        <p:nvSpPr>
          <p:cNvPr id="139267" name="Notes Placeholder 2"/>
          <p:cNvSpPr>
            <a:spLocks noGrp="1"/>
          </p:cNvSpPr>
          <p:nvPr>
            <p:ph type="body" idx="1"/>
          </p:nvPr>
        </p:nvSpPr>
        <p:spPr bwMode="auto">
          <a:noFill/>
        </p:spPr>
        <p:txBody>
          <a:bodyPr wrap="square" numCol="1" anchor="t" anchorCtr="0" compatLnSpc="1"/>
          <a:lstStyle/>
          <a:p>
            <a:pPr eaLnBrk="1" hangingPunct="1">
              <a:spcBef>
                <a:spcPct val="0"/>
              </a:spcBef>
            </a:pPr>
            <a:endParaRPr lang="en-US" dirty="0"/>
          </a:p>
        </p:txBody>
      </p:sp>
      <p:sp>
        <p:nvSpPr>
          <p:cNvPr id="80901" name="Slide Number Placeholder 4"/>
          <p:cNvSpPr>
            <a:spLocks noGrp="1"/>
          </p:cNvSpPr>
          <p:nvPr>
            <p:ph type="sldNum" sz="quarter" idx="5"/>
          </p:nvPr>
        </p:nvSpPr>
        <p:spPr bwMode="auto">
          <a:ln>
            <a:miter lim="800000"/>
          </a:ln>
        </p:spPr>
        <p:txBody>
          <a:bodyPr wrap="square" numCol="1" anchorCtr="0" compatLnSpc="1"/>
          <a:lstStyle/>
          <a:p>
            <a:pPr>
              <a:defRPr/>
            </a:pPr>
            <a:fld id="{5A4514F2-1CC3-4186-A118-4EF14066A150}" type="slidenum">
              <a:rPr lang="en-US" smtClean="0">
                <a:solidFill>
                  <a:prstClr val="black"/>
                </a:solidFill>
              </a:rPr>
              <a:pPr>
                <a:defRPr/>
              </a:pPr>
              <a:t>19</a:t>
            </a:fld>
            <a:endParaRPr lang="en-US" dirty="0">
              <a:solidFill>
                <a:prstClr val="black"/>
              </a:solidFill>
            </a:endParaRPr>
          </a:p>
        </p:txBody>
      </p:sp>
      <p:sp>
        <p:nvSpPr>
          <p:cNvPr id="6" name="Footer Placeholder 5"/>
          <p:cNvSpPr>
            <a:spLocks noGrp="1"/>
          </p:cNvSpPr>
          <p:nvPr>
            <p:ph type="ftr" sz="quarter" idx="10"/>
          </p:nvPr>
        </p:nvSpPr>
        <p:spPr/>
        <p:txBody>
          <a:bodyPr/>
          <a:lstStyle/>
          <a:p>
            <a:pPr>
              <a:defRPr/>
            </a:pPr>
            <a:endParaRPr lang="en-IN" dirty="0">
              <a:solidFill>
                <a:prstClr val="black"/>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Slide Image Placeholder 1"/>
          <p:cNvSpPr>
            <a:spLocks noGrp="1" noRot="1" noChangeAspect="1" noTextEdit="1"/>
          </p:cNvSpPr>
          <p:nvPr>
            <p:ph type="sldImg"/>
          </p:nvPr>
        </p:nvSpPr>
        <p:spPr bwMode="auto">
          <a:noFill/>
          <a:ln>
            <a:solidFill>
              <a:srgbClr val="000000"/>
            </a:solidFill>
            <a:miter lim="800000"/>
          </a:ln>
        </p:spPr>
      </p:sp>
      <p:sp>
        <p:nvSpPr>
          <p:cNvPr id="139267" name="Notes Placeholder 2"/>
          <p:cNvSpPr>
            <a:spLocks noGrp="1"/>
          </p:cNvSpPr>
          <p:nvPr>
            <p:ph type="body" idx="1"/>
          </p:nvPr>
        </p:nvSpPr>
        <p:spPr bwMode="auto">
          <a:noFill/>
        </p:spPr>
        <p:txBody>
          <a:bodyPr wrap="square" numCol="1" anchor="t" anchorCtr="0" compatLnSpc="1"/>
          <a:lstStyle/>
          <a:p>
            <a:pPr eaLnBrk="1" hangingPunct="1">
              <a:spcBef>
                <a:spcPct val="0"/>
              </a:spcBef>
            </a:pPr>
            <a:endParaRPr lang="en-US" dirty="0"/>
          </a:p>
        </p:txBody>
      </p:sp>
      <p:sp>
        <p:nvSpPr>
          <p:cNvPr id="80901" name="Slide Number Placeholder 4"/>
          <p:cNvSpPr>
            <a:spLocks noGrp="1"/>
          </p:cNvSpPr>
          <p:nvPr>
            <p:ph type="sldNum" sz="quarter" idx="5"/>
          </p:nvPr>
        </p:nvSpPr>
        <p:spPr bwMode="auto">
          <a:ln>
            <a:miter lim="800000"/>
          </a:ln>
        </p:spPr>
        <p:txBody>
          <a:bodyPr wrap="square" numCol="1" anchorCtr="0" compatLnSpc="1"/>
          <a:lstStyle/>
          <a:p>
            <a:pPr>
              <a:defRPr/>
            </a:pPr>
            <a:fld id="{5A4514F2-1CC3-4186-A118-4EF14066A150}" type="slidenum">
              <a:rPr lang="en-US" smtClean="0">
                <a:solidFill>
                  <a:prstClr val="black"/>
                </a:solidFill>
              </a:rPr>
              <a:pPr>
                <a:defRPr/>
              </a:pPr>
              <a:t>20</a:t>
            </a:fld>
            <a:endParaRPr lang="en-US" dirty="0">
              <a:solidFill>
                <a:prstClr val="black"/>
              </a:solidFill>
            </a:endParaRPr>
          </a:p>
        </p:txBody>
      </p:sp>
      <p:sp>
        <p:nvSpPr>
          <p:cNvPr id="6" name="Footer Placeholder 5"/>
          <p:cNvSpPr>
            <a:spLocks noGrp="1"/>
          </p:cNvSpPr>
          <p:nvPr>
            <p:ph type="ftr" sz="quarter" idx="10"/>
          </p:nvPr>
        </p:nvSpPr>
        <p:spPr/>
        <p:txBody>
          <a:bodyPr/>
          <a:lstStyle/>
          <a:p>
            <a:pPr>
              <a:defRPr/>
            </a:pPr>
            <a:endParaRPr lang="en-IN" dirty="0">
              <a:solidFill>
                <a:prstClr val="black"/>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48615" name="Title 1"/>
          <p:cNvSpPr>
            <a:spLocks noGrp="1"/>
          </p:cNvSpPr>
          <p:nvPr>
            <p:ph type="ctrTitle"/>
          </p:nvPr>
        </p:nvSpPr>
        <p:spPr>
          <a:xfrm>
            <a:off x="685800" y="2130431"/>
            <a:ext cx="7772400" cy="1470025"/>
          </a:xfrm>
        </p:spPr>
        <p:txBody>
          <a:bodyPr/>
          <a:lstStyle/>
          <a:p>
            <a:r>
              <a:rPr lang="en-US"/>
              <a:t>Click to edit Master title style</a:t>
            </a:r>
          </a:p>
        </p:txBody>
      </p:sp>
      <p:sp>
        <p:nvSpPr>
          <p:cNvPr id="1048616"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1048617" name="Date Placeholder 3"/>
          <p:cNvSpPr>
            <a:spLocks noGrp="1"/>
          </p:cNvSpPr>
          <p:nvPr>
            <p:ph type="dt" sz="half" idx="10"/>
          </p:nvPr>
        </p:nvSpPr>
        <p:spPr/>
        <p:txBody>
          <a:bodyPr/>
          <a:lstStyle/>
          <a:p>
            <a:fld id="{E5049658-1B32-471B-BF08-B398628EF583}" type="datetimeFigureOut">
              <a:rPr lang="en-US"/>
              <a:pPr/>
              <a:t>3/9/2026</a:t>
            </a:fld>
            <a:endParaRPr lang="en-US"/>
          </a:p>
        </p:txBody>
      </p:sp>
      <p:sp>
        <p:nvSpPr>
          <p:cNvPr id="1048618" name="Footer Placeholder 4"/>
          <p:cNvSpPr>
            <a:spLocks noGrp="1"/>
          </p:cNvSpPr>
          <p:nvPr>
            <p:ph type="ftr" sz="quarter" idx="11"/>
          </p:nvPr>
        </p:nvSpPr>
        <p:spPr/>
        <p:txBody>
          <a:bodyPr/>
          <a:lstStyle/>
          <a:p>
            <a:endParaRPr lang="en-US"/>
          </a:p>
        </p:txBody>
      </p:sp>
      <p:sp>
        <p:nvSpPr>
          <p:cNvPr id="1048619" name="Slide Number Placeholder 5"/>
          <p:cNvSpPr>
            <a:spLocks noGrp="1"/>
          </p:cNvSpPr>
          <p:nvPr>
            <p:ph type="sldNum" sz="quarter" idx="12"/>
          </p:nvPr>
        </p:nvSpPr>
        <p:spPr/>
        <p:txBody>
          <a:bodyPr/>
          <a:lstStyle/>
          <a:p>
            <a:fld id="{A6C698EB-6D6A-44E3-AD2E-820EDD660B89}"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048581" name="Title 1"/>
          <p:cNvSpPr>
            <a:spLocks noGrp="1"/>
          </p:cNvSpPr>
          <p:nvPr>
            <p:ph type="title"/>
          </p:nvPr>
        </p:nvSpPr>
        <p:spPr/>
        <p:txBody>
          <a:bodyPr/>
          <a:lstStyle/>
          <a:p>
            <a:r>
              <a:rPr lang="en-US"/>
              <a:t>Click to edit Master title style</a:t>
            </a:r>
          </a:p>
        </p:txBody>
      </p:sp>
      <p:sp>
        <p:nvSpPr>
          <p:cNvPr id="1048582"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583" name="Date Placeholder 3"/>
          <p:cNvSpPr>
            <a:spLocks noGrp="1"/>
          </p:cNvSpPr>
          <p:nvPr>
            <p:ph type="dt" sz="half" idx="10"/>
          </p:nvPr>
        </p:nvSpPr>
        <p:spPr/>
        <p:txBody>
          <a:bodyPr/>
          <a:lstStyle/>
          <a:p>
            <a:fld id="{BB487F52-83E9-40DA-BAC6-8264382B3B98}" type="datetimeFigureOut">
              <a:rPr lang="en-US"/>
              <a:pPr/>
              <a:t>3/9/2026</a:t>
            </a:fld>
            <a:endParaRPr lang="en-US"/>
          </a:p>
        </p:txBody>
      </p:sp>
      <p:sp>
        <p:nvSpPr>
          <p:cNvPr id="1048584" name="Footer Placeholder 4"/>
          <p:cNvSpPr>
            <a:spLocks noGrp="1"/>
          </p:cNvSpPr>
          <p:nvPr>
            <p:ph type="ftr" sz="quarter" idx="11"/>
          </p:nvPr>
        </p:nvSpPr>
        <p:spPr/>
        <p:txBody>
          <a:bodyPr/>
          <a:lstStyle/>
          <a:p>
            <a:endParaRPr lang="en-US"/>
          </a:p>
        </p:txBody>
      </p:sp>
      <p:sp>
        <p:nvSpPr>
          <p:cNvPr id="1048585" name="Slide Number Placeholder 5"/>
          <p:cNvSpPr>
            <a:spLocks noGrp="1"/>
          </p:cNvSpPr>
          <p:nvPr>
            <p:ph type="sldNum" sz="quarter" idx="12"/>
          </p:nvPr>
        </p:nvSpPr>
        <p:spPr/>
        <p:txBody>
          <a:bodyPr/>
          <a:lstStyle/>
          <a:p>
            <a:fld id="{CACE0FC3-80A5-4E6A-8463-A948B12D76EE}"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48714" name="Title 1"/>
          <p:cNvSpPr>
            <a:spLocks noGrp="1"/>
          </p:cNvSpPr>
          <p:nvPr>
            <p:ph type="title"/>
          </p:nvPr>
        </p:nvSpPr>
        <p:spPr>
          <a:xfrm>
            <a:off x="722313" y="4406906"/>
            <a:ext cx="7772400" cy="1362075"/>
          </a:xfrm>
        </p:spPr>
        <p:txBody>
          <a:bodyPr anchor="t"/>
          <a:lstStyle>
            <a:lvl1pPr algn="l">
              <a:defRPr sz="4000" b="1" cap="all"/>
            </a:lvl1pPr>
          </a:lstStyle>
          <a:p>
            <a:r>
              <a:rPr lang="en-US"/>
              <a:t>Click to edit Master title style</a:t>
            </a:r>
          </a:p>
        </p:txBody>
      </p:sp>
      <p:sp>
        <p:nvSpPr>
          <p:cNvPr id="1048715" name="Text Placeholder 2"/>
          <p:cNvSpPr>
            <a:spLocks noGrp="1"/>
          </p:cNvSpPr>
          <p:nvPr>
            <p:ph type="body" idx="1"/>
          </p:nvPr>
        </p:nvSpPr>
        <p:spPr>
          <a:xfrm>
            <a:off x="722313" y="2906714"/>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1048716" name="Date Placeholder 3"/>
          <p:cNvSpPr>
            <a:spLocks noGrp="1"/>
          </p:cNvSpPr>
          <p:nvPr>
            <p:ph type="dt" sz="half" idx="10"/>
          </p:nvPr>
        </p:nvSpPr>
        <p:spPr/>
        <p:txBody>
          <a:bodyPr/>
          <a:lstStyle/>
          <a:p>
            <a:fld id="{E146B83F-0586-4666-9DEB-0641AD91F7DE}" type="datetimeFigureOut">
              <a:rPr lang="en-US"/>
              <a:pPr/>
              <a:t>3/9/2026</a:t>
            </a:fld>
            <a:endParaRPr lang="en-US"/>
          </a:p>
        </p:txBody>
      </p:sp>
      <p:sp>
        <p:nvSpPr>
          <p:cNvPr id="1048717" name="Footer Placeholder 4"/>
          <p:cNvSpPr>
            <a:spLocks noGrp="1"/>
          </p:cNvSpPr>
          <p:nvPr>
            <p:ph type="ftr" sz="quarter" idx="11"/>
          </p:nvPr>
        </p:nvSpPr>
        <p:spPr/>
        <p:txBody>
          <a:bodyPr/>
          <a:lstStyle/>
          <a:p>
            <a:endParaRPr lang="en-US"/>
          </a:p>
        </p:txBody>
      </p:sp>
      <p:sp>
        <p:nvSpPr>
          <p:cNvPr id="1048718" name="Slide Number Placeholder 5"/>
          <p:cNvSpPr>
            <a:spLocks noGrp="1"/>
          </p:cNvSpPr>
          <p:nvPr>
            <p:ph type="sldNum" sz="quarter" idx="12"/>
          </p:nvPr>
        </p:nvSpPr>
        <p:spPr/>
        <p:txBody>
          <a:bodyPr/>
          <a:lstStyle/>
          <a:p>
            <a:fld id="{04671A20-A21B-4CC2-AC43-DD78D41E2568}"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048686" name="Title 1"/>
          <p:cNvSpPr>
            <a:spLocks noGrp="1"/>
          </p:cNvSpPr>
          <p:nvPr>
            <p:ph type="title"/>
          </p:nvPr>
        </p:nvSpPr>
        <p:spPr/>
        <p:txBody>
          <a:bodyPr/>
          <a:lstStyle/>
          <a:p>
            <a:r>
              <a:rPr lang="en-US"/>
              <a:t>Click to edit Master title style</a:t>
            </a:r>
          </a:p>
        </p:txBody>
      </p:sp>
      <p:sp>
        <p:nvSpPr>
          <p:cNvPr id="1048687" name="Content Placeholder 2"/>
          <p:cNvSpPr>
            <a:spLocks noGrp="1"/>
          </p:cNvSpPr>
          <p:nvPr>
            <p:ph sz="half" idx="1"/>
          </p:nvPr>
        </p:nvSpPr>
        <p:spPr>
          <a:xfrm>
            <a:off x="457200" y="1600206"/>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88" name="Content Placeholder 3"/>
          <p:cNvSpPr>
            <a:spLocks noGrp="1"/>
          </p:cNvSpPr>
          <p:nvPr>
            <p:ph sz="half" idx="2"/>
          </p:nvPr>
        </p:nvSpPr>
        <p:spPr>
          <a:xfrm>
            <a:off x="4648200" y="1600206"/>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89" name="Date Placeholder 3"/>
          <p:cNvSpPr>
            <a:spLocks noGrp="1"/>
          </p:cNvSpPr>
          <p:nvPr>
            <p:ph type="dt" sz="half" idx="10"/>
          </p:nvPr>
        </p:nvSpPr>
        <p:spPr/>
        <p:txBody>
          <a:bodyPr/>
          <a:lstStyle/>
          <a:p>
            <a:fld id="{647B3122-F98F-4BFE-9F85-1074B05743EE}" type="datetimeFigureOut">
              <a:rPr lang="en-US"/>
              <a:pPr/>
              <a:t>3/9/2026</a:t>
            </a:fld>
            <a:endParaRPr lang="en-US"/>
          </a:p>
        </p:txBody>
      </p:sp>
      <p:sp>
        <p:nvSpPr>
          <p:cNvPr id="1048690" name="Footer Placeholder 4"/>
          <p:cNvSpPr>
            <a:spLocks noGrp="1"/>
          </p:cNvSpPr>
          <p:nvPr>
            <p:ph type="ftr" sz="quarter" idx="11"/>
          </p:nvPr>
        </p:nvSpPr>
        <p:spPr/>
        <p:txBody>
          <a:bodyPr/>
          <a:lstStyle/>
          <a:p>
            <a:endParaRPr lang="en-US"/>
          </a:p>
        </p:txBody>
      </p:sp>
      <p:sp>
        <p:nvSpPr>
          <p:cNvPr id="1048691" name="Slide Number Placeholder 5"/>
          <p:cNvSpPr>
            <a:spLocks noGrp="1"/>
          </p:cNvSpPr>
          <p:nvPr>
            <p:ph type="sldNum" sz="quarter" idx="12"/>
          </p:nvPr>
        </p:nvSpPr>
        <p:spPr/>
        <p:txBody>
          <a:bodyPr/>
          <a:lstStyle/>
          <a:p>
            <a:fld id="{4B2F1653-7A10-4BED-8EBE-29AD2F2289EE}"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48692" name="Title 1"/>
          <p:cNvSpPr>
            <a:spLocks noGrp="1"/>
          </p:cNvSpPr>
          <p:nvPr>
            <p:ph type="title"/>
          </p:nvPr>
        </p:nvSpPr>
        <p:spPr/>
        <p:txBody>
          <a:bodyPr/>
          <a:lstStyle/>
          <a:p>
            <a:r>
              <a:rPr lang="en-US"/>
              <a:t>Click to edit Master title style</a:t>
            </a:r>
          </a:p>
        </p:txBody>
      </p:sp>
      <p:sp>
        <p:nvSpPr>
          <p:cNvPr id="1048693" name="Text Placeholder 2"/>
          <p:cNvSpPr>
            <a:spLocks noGrp="1"/>
          </p:cNvSpPr>
          <p:nvPr>
            <p:ph type="body" idx="1"/>
          </p:nvPr>
        </p:nvSpPr>
        <p:spPr>
          <a:xfrm>
            <a:off x="457201" y="1535118"/>
            <a:ext cx="4040188"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694" name="Content Placeholder 3"/>
          <p:cNvSpPr>
            <a:spLocks noGrp="1"/>
          </p:cNvSpPr>
          <p:nvPr>
            <p:ph sz="half" idx="2"/>
          </p:nvPr>
        </p:nvSpPr>
        <p:spPr>
          <a:xfrm>
            <a:off x="457201"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95" name="Text Placeholder 4"/>
          <p:cNvSpPr>
            <a:spLocks noGrp="1"/>
          </p:cNvSpPr>
          <p:nvPr>
            <p:ph type="body" sz="quarter" idx="3"/>
          </p:nvPr>
        </p:nvSpPr>
        <p:spPr>
          <a:xfrm>
            <a:off x="4645030" y="1535118"/>
            <a:ext cx="4041775"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696" name="Content Placeholder 5"/>
          <p:cNvSpPr>
            <a:spLocks noGrp="1"/>
          </p:cNvSpPr>
          <p:nvPr>
            <p:ph sz="quarter" idx="4"/>
          </p:nvPr>
        </p:nvSpPr>
        <p:spPr>
          <a:xfrm>
            <a:off x="4645030"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97" name="Date Placeholder 3"/>
          <p:cNvSpPr>
            <a:spLocks noGrp="1"/>
          </p:cNvSpPr>
          <p:nvPr>
            <p:ph type="dt" sz="half" idx="10"/>
          </p:nvPr>
        </p:nvSpPr>
        <p:spPr/>
        <p:txBody>
          <a:bodyPr/>
          <a:lstStyle/>
          <a:p>
            <a:fld id="{96B555E5-4663-408A-987B-5A867A85184F}" type="datetimeFigureOut">
              <a:rPr lang="en-US"/>
              <a:pPr/>
              <a:t>3/9/2026</a:t>
            </a:fld>
            <a:endParaRPr lang="en-US"/>
          </a:p>
        </p:txBody>
      </p:sp>
      <p:sp>
        <p:nvSpPr>
          <p:cNvPr id="1048698" name="Footer Placeholder 4"/>
          <p:cNvSpPr>
            <a:spLocks noGrp="1"/>
          </p:cNvSpPr>
          <p:nvPr>
            <p:ph type="ftr" sz="quarter" idx="11"/>
          </p:nvPr>
        </p:nvSpPr>
        <p:spPr/>
        <p:txBody>
          <a:bodyPr/>
          <a:lstStyle/>
          <a:p>
            <a:endParaRPr lang="en-US"/>
          </a:p>
        </p:txBody>
      </p:sp>
      <p:sp>
        <p:nvSpPr>
          <p:cNvPr id="1048699" name="Slide Number Placeholder 5"/>
          <p:cNvSpPr>
            <a:spLocks noGrp="1"/>
          </p:cNvSpPr>
          <p:nvPr>
            <p:ph type="sldNum" sz="quarter" idx="12"/>
          </p:nvPr>
        </p:nvSpPr>
        <p:spPr/>
        <p:txBody>
          <a:bodyPr/>
          <a:lstStyle/>
          <a:p>
            <a:fld id="{6AA07655-5EE6-4BE7-B31B-9247DF07A360}"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48596" name="Title 1"/>
          <p:cNvSpPr>
            <a:spLocks noGrp="1"/>
          </p:cNvSpPr>
          <p:nvPr>
            <p:ph type="title"/>
          </p:nvPr>
        </p:nvSpPr>
        <p:spPr/>
        <p:txBody>
          <a:bodyPr/>
          <a:lstStyle/>
          <a:p>
            <a:r>
              <a:rPr lang="en-US"/>
              <a:t>Click to edit Master title style</a:t>
            </a:r>
          </a:p>
        </p:txBody>
      </p:sp>
      <p:sp>
        <p:nvSpPr>
          <p:cNvPr id="1048597" name="Date Placeholder 3"/>
          <p:cNvSpPr>
            <a:spLocks noGrp="1"/>
          </p:cNvSpPr>
          <p:nvPr>
            <p:ph type="dt" sz="half" idx="10"/>
          </p:nvPr>
        </p:nvSpPr>
        <p:spPr/>
        <p:txBody>
          <a:bodyPr/>
          <a:lstStyle/>
          <a:p>
            <a:fld id="{95CD851B-B327-4442-A595-DC3F1CF0D661}" type="datetimeFigureOut">
              <a:rPr lang="en-US"/>
              <a:pPr/>
              <a:t>3/9/2026</a:t>
            </a:fld>
            <a:endParaRPr lang="en-US"/>
          </a:p>
        </p:txBody>
      </p:sp>
      <p:sp>
        <p:nvSpPr>
          <p:cNvPr id="1048598" name="Footer Placeholder 4"/>
          <p:cNvSpPr>
            <a:spLocks noGrp="1"/>
          </p:cNvSpPr>
          <p:nvPr>
            <p:ph type="ftr" sz="quarter" idx="11"/>
          </p:nvPr>
        </p:nvSpPr>
        <p:spPr/>
        <p:txBody>
          <a:bodyPr/>
          <a:lstStyle/>
          <a:p>
            <a:endParaRPr lang="en-US"/>
          </a:p>
        </p:txBody>
      </p:sp>
      <p:sp>
        <p:nvSpPr>
          <p:cNvPr id="1048599" name="Slide Number Placeholder 5"/>
          <p:cNvSpPr>
            <a:spLocks noGrp="1"/>
          </p:cNvSpPr>
          <p:nvPr>
            <p:ph type="sldNum" sz="quarter" idx="12"/>
          </p:nvPr>
        </p:nvSpPr>
        <p:spPr/>
        <p:txBody>
          <a:bodyPr/>
          <a:lstStyle/>
          <a:p>
            <a:fld id="{F45759B4-0D9D-4AB1-8469-2C9B4A5E591C}"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048705" name="Date Placeholder 3"/>
          <p:cNvSpPr>
            <a:spLocks noGrp="1"/>
          </p:cNvSpPr>
          <p:nvPr>
            <p:ph type="dt" sz="half" idx="10"/>
          </p:nvPr>
        </p:nvSpPr>
        <p:spPr/>
        <p:txBody>
          <a:bodyPr/>
          <a:lstStyle/>
          <a:p>
            <a:fld id="{55DEA563-AD19-4581-A8EF-63BA5981AA7F}" type="datetimeFigureOut">
              <a:rPr lang="en-US"/>
              <a:pPr/>
              <a:t>3/9/2026</a:t>
            </a:fld>
            <a:endParaRPr lang="en-US"/>
          </a:p>
        </p:txBody>
      </p:sp>
      <p:sp>
        <p:nvSpPr>
          <p:cNvPr id="1048706" name="Footer Placeholder 4"/>
          <p:cNvSpPr>
            <a:spLocks noGrp="1"/>
          </p:cNvSpPr>
          <p:nvPr>
            <p:ph type="ftr" sz="quarter" idx="11"/>
          </p:nvPr>
        </p:nvSpPr>
        <p:spPr/>
        <p:txBody>
          <a:bodyPr/>
          <a:lstStyle/>
          <a:p>
            <a:endParaRPr lang="en-US"/>
          </a:p>
        </p:txBody>
      </p:sp>
      <p:sp>
        <p:nvSpPr>
          <p:cNvPr id="1048707" name="Slide Number Placeholder 5"/>
          <p:cNvSpPr>
            <a:spLocks noGrp="1"/>
          </p:cNvSpPr>
          <p:nvPr>
            <p:ph type="sldNum" sz="quarter" idx="12"/>
          </p:nvPr>
        </p:nvSpPr>
        <p:spPr/>
        <p:txBody>
          <a:bodyPr/>
          <a:lstStyle/>
          <a:p>
            <a:fld id="{5542BD70-19C0-4656-B288-AC71113C2F8D}"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048724" name="Title 1"/>
          <p:cNvSpPr>
            <a:spLocks noGrp="1"/>
          </p:cNvSpPr>
          <p:nvPr>
            <p:ph type="title"/>
          </p:nvPr>
        </p:nvSpPr>
        <p:spPr>
          <a:xfrm>
            <a:off x="457204" y="273054"/>
            <a:ext cx="3008313" cy="1162051"/>
          </a:xfrm>
        </p:spPr>
        <p:txBody>
          <a:bodyPr anchor="b"/>
          <a:lstStyle>
            <a:lvl1pPr algn="l">
              <a:defRPr sz="2000" b="1"/>
            </a:lvl1pPr>
          </a:lstStyle>
          <a:p>
            <a:r>
              <a:rPr lang="en-US"/>
              <a:t>Click to edit Master title style</a:t>
            </a:r>
          </a:p>
        </p:txBody>
      </p:sp>
      <p:sp>
        <p:nvSpPr>
          <p:cNvPr id="1048725" name="Content Placeholder 2"/>
          <p:cNvSpPr>
            <a:spLocks noGrp="1"/>
          </p:cNvSpPr>
          <p:nvPr>
            <p:ph idx="1"/>
          </p:nvPr>
        </p:nvSpPr>
        <p:spPr>
          <a:xfrm>
            <a:off x="3575050" y="273057"/>
            <a:ext cx="5111751"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26" name="Text Placeholder 3"/>
          <p:cNvSpPr>
            <a:spLocks noGrp="1"/>
          </p:cNvSpPr>
          <p:nvPr>
            <p:ph type="body" sz="half" idx="2"/>
          </p:nvPr>
        </p:nvSpPr>
        <p:spPr>
          <a:xfrm>
            <a:off x="457204" y="1435104"/>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48727" name="Date Placeholder 3"/>
          <p:cNvSpPr>
            <a:spLocks noGrp="1"/>
          </p:cNvSpPr>
          <p:nvPr>
            <p:ph type="dt" sz="half" idx="10"/>
          </p:nvPr>
        </p:nvSpPr>
        <p:spPr/>
        <p:txBody>
          <a:bodyPr/>
          <a:lstStyle/>
          <a:p>
            <a:fld id="{AEF4AF67-9202-49C0-9499-80248B40DB4A}" type="datetimeFigureOut">
              <a:rPr lang="en-US"/>
              <a:pPr/>
              <a:t>3/9/2026</a:t>
            </a:fld>
            <a:endParaRPr lang="en-US"/>
          </a:p>
        </p:txBody>
      </p:sp>
      <p:sp>
        <p:nvSpPr>
          <p:cNvPr id="1048728" name="Footer Placeholder 4"/>
          <p:cNvSpPr>
            <a:spLocks noGrp="1"/>
          </p:cNvSpPr>
          <p:nvPr>
            <p:ph type="ftr" sz="quarter" idx="11"/>
          </p:nvPr>
        </p:nvSpPr>
        <p:spPr/>
        <p:txBody>
          <a:bodyPr/>
          <a:lstStyle/>
          <a:p>
            <a:endParaRPr lang="en-US"/>
          </a:p>
        </p:txBody>
      </p:sp>
      <p:sp>
        <p:nvSpPr>
          <p:cNvPr id="1048729" name="Slide Number Placeholder 5"/>
          <p:cNvSpPr>
            <a:spLocks noGrp="1"/>
          </p:cNvSpPr>
          <p:nvPr>
            <p:ph type="sldNum" sz="quarter" idx="12"/>
          </p:nvPr>
        </p:nvSpPr>
        <p:spPr/>
        <p:txBody>
          <a:bodyPr/>
          <a:lstStyle/>
          <a:p>
            <a:fld id="{44F0EEF3-D022-4866-ABC3-5FCCD7DC51FA}"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048708" name="Title 1"/>
          <p:cNvSpPr>
            <a:spLocks noGrp="1"/>
          </p:cNvSpPr>
          <p:nvPr>
            <p:ph type="title"/>
          </p:nvPr>
        </p:nvSpPr>
        <p:spPr>
          <a:xfrm>
            <a:off x="1792288" y="4800605"/>
            <a:ext cx="5486400" cy="566739"/>
          </a:xfrm>
        </p:spPr>
        <p:txBody>
          <a:bodyPr anchor="b"/>
          <a:lstStyle>
            <a:lvl1pPr algn="l">
              <a:defRPr sz="2000" b="1"/>
            </a:lvl1pPr>
          </a:lstStyle>
          <a:p>
            <a:r>
              <a:rPr lang="en-US"/>
              <a:t>Click to edit Master title style</a:t>
            </a:r>
          </a:p>
        </p:txBody>
      </p:sp>
      <p:sp>
        <p:nvSpPr>
          <p:cNvPr id="1048709"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1048710" name="Text Placeholder 3"/>
          <p:cNvSpPr>
            <a:spLocks noGrp="1"/>
          </p:cNvSpPr>
          <p:nvPr>
            <p:ph type="body" sz="half" idx="2"/>
          </p:nvPr>
        </p:nvSpPr>
        <p:spPr>
          <a:xfrm>
            <a:off x="1792288" y="5367343"/>
            <a:ext cx="5486400" cy="8048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48711" name="Date Placeholder 3"/>
          <p:cNvSpPr>
            <a:spLocks noGrp="1"/>
          </p:cNvSpPr>
          <p:nvPr>
            <p:ph type="dt" sz="half" idx="10"/>
          </p:nvPr>
        </p:nvSpPr>
        <p:spPr/>
        <p:txBody>
          <a:bodyPr/>
          <a:lstStyle/>
          <a:p>
            <a:fld id="{BE918AAA-8687-41FE-BF13-707437BC5E1E}" type="datetimeFigureOut">
              <a:rPr lang="en-US"/>
              <a:pPr/>
              <a:t>3/9/2026</a:t>
            </a:fld>
            <a:endParaRPr lang="en-US"/>
          </a:p>
        </p:txBody>
      </p:sp>
      <p:sp>
        <p:nvSpPr>
          <p:cNvPr id="1048712" name="Footer Placeholder 4"/>
          <p:cNvSpPr>
            <a:spLocks noGrp="1"/>
          </p:cNvSpPr>
          <p:nvPr>
            <p:ph type="ftr" sz="quarter" idx="11"/>
          </p:nvPr>
        </p:nvSpPr>
        <p:spPr/>
        <p:txBody>
          <a:bodyPr/>
          <a:lstStyle/>
          <a:p>
            <a:endParaRPr lang="en-US"/>
          </a:p>
        </p:txBody>
      </p:sp>
      <p:sp>
        <p:nvSpPr>
          <p:cNvPr id="1048713" name="Slide Number Placeholder 5"/>
          <p:cNvSpPr>
            <a:spLocks noGrp="1"/>
          </p:cNvSpPr>
          <p:nvPr>
            <p:ph type="sldNum" sz="quarter" idx="12"/>
          </p:nvPr>
        </p:nvSpPr>
        <p:spPr/>
        <p:txBody>
          <a:bodyPr/>
          <a:lstStyle/>
          <a:p>
            <a:fld id="{310BD9D6-140E-43CA-B11F-D41B7FC5D414}"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048719" name="Title 1"/>
          <p:cNvSpPr>
            <a:spLocks noGrp="1"/>
          </p:cNvSpPr>
          <p:nvPr>
            <p:ph type="title"/>
          </p:nvPr>
        </p:nvSpPr>
        <p:spPr/>
        <p:txBody>
          <a:bodyPr/>
          <a:lstStyle/>
          <a:p>
            <a:r>
              <a:rPr lang="en-US"/>
              <a:t>Click to edit Master title style</a:t>
            </a:r>
          </a:p>
        </p:txBody>
      </p:sp>
      <p:sp>
        <p:nvSpPr>
          <p:cNvPr id="1048720"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21" name="Date Placeholder 3"/>
          <p:cNvSpPr>
            <a:spLocks noGrp="1"/>
          </p:cNvSpPr>
          <p:nvPr>
            <p:ph type="dt" sz="half" idx="10"/>
          </p:nvPr>
        </p:nvSpPr>
        <p:spPr/>
        <p:txBody>
          <a:bodyPr/>
          <a:lstStyle/>
          <a:p>
            <a:fld id="{78B03597-99BF-4D07-AF0D-92BAB1D51340}" type="datetimeFigureOut">
              <a:rPr lang="en-US"/>
              <a:pPr/>
              <a:t>3/9/2026</a:t>
            </a:fld>
            <a:endParaRPr lang="en-US"/>
          </a:p>
        </p:txBody>
      </p:sp>
      <p:sp>
        <p:nvSpPr>
          <p:cNvPr id="1048722" name="Footer Placeholder 4"/>
          <p:cNvSpPr>
            <a:spLocks noGrp="1"/>
          </p:cNvSpPr>
          <p:nvPr>
            <p:ph type="ftr" sz="quarter" idx="11"/>
          </p:nvPr>
        </p:nvSpPr>
        <p:spPr/>
        <p:txBody>
          <a:bodyPr/>
          <a:lstStyle/>
          <a:p>
            <a:endParaRPr lang="en-US"/>
          </a:p>
        </p:txBody>
      </p:sp>
      <p:sp>
        <p:nvSpPr>
          <p:cNvPr id="1048723" name="Slide Number Placeholder 5"/>
          <p:cNvSpPr>
            <a:spLocks noGrp="1"/>
          </p:cNvSpPr>
          <p:nvPr>
            <p:ph type="sldNum" sz="quarter" idx="12"/>
          </p:nvPr>
        </p:nvSpPr>
        <p:spPr/>
        <p:txBody>
          <a:bodyPr/>
          <a:lstStyle/>
          <a:p>
            <a:fld id="{AF1ACDDE-A4D3-4E0B-A570-A78689AE3E35}"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048700" name="Vertical Title 1"/>
          <p:cNvSpPr>
            <a:spLocks noGrp="1"/>
          </p:cNvSpPr>
          <p:nvPr>
            <p:ph type="title" orient="vert"/>
          </p:nvPr>
        </p:nvSpPr>
        <p:spPr>
          <a:xfrm>
            <a:off x="6629400" y="274644"/>
            <a:ext cx="2057400" cy="5851525"/>
          </a:xfrm>
        </p:spPr>
        <p:txBody>
          <a:bodyPr vert="eaVert"/>
          <a:lstStyle/>
          <a:p>
            <a:r>
              <a:rPr lang="en-US"/>
              <a:t>Click to edit Master title style</a:t>
            </a:r>
          </a:p>
        </p:txBody>
      </p:sp>
      <p:sp>
        <p:nvSpPr>
          <p:cNvPr id="1048701" name="Vertical Text Placeholder 2"/>
          <p:cNvSpPr>
            <a:spLocks noGrp="1"/>
          </p:cNvSpPr>
          <p:nvPr>
            <p:ph type="body" orient="vert" idx="1"/>
          </p:nvPr>
        </p:nvSpPr>
        <p:spPr>
          <a:xfrm>
            <a:off x="457200" y="274644"/>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02" name="Date Placeholder 3"/>
          <p:cNvSpPr>
            <a:spLocks noGrp="1"/>
          </p:cNvSpPr>
          <p:nvPr>
            <p:ph type="dt" sz="half" idx="10"/>
          </p:nvPr>
        </p:nvSpPr>
        <p:spPr/>
        <p:txBody>
          <a:bodyPr/>
          <a:lstStyle/>
          <a:p>
            <a:fld id="{D45B56C9-71B5-404C-B5A2-B45F21E75A32}" type="datetimeFigureOut">
              <a:rPr lang="en-US"/>
              <a:pPr/>
              <a:t>3/9/2026</a:t>
            </a:fld>
            <a:endParaRPr lang="en-US"/>
          </a:p>
        </p:txBody>
      </p:sp>
      <p:sp>
        <p:nvSpPr>
          <p:cNvPr id="1048703" name="Footer Placeholder 4"/>
          <p:cNvSpPr>
            <a:spLocks noGrp="1"/>
          </p:cNvSpPr>
          <p:nvPr>
            <p:ph type="ftr" sz="quarter" idx="11"/>
          </p:nvPr>
        </p:nvSpPr>
        <p:spPr/>
        <p:txBody>
          <a:bodyPr/>
          <a:lstStyle/>
          <a:p>
            <a:endParaRPr lang="en-US"/>
          </a:p>
        </p:txBody>
      </p:sp>
      <p:sp>
        <p:nvSpPr>
          <p:cNvPr id="1048704" name="Slide Number Placeholder 5"/>
          <p:cNvSpPr>
            <a:spLocks noGrp="1"/>
          </p:cNvSpPr>
          <p:nvPr>
            <p:ph type="sldNum" sz="quarter" idx="12"/>
          </p:nvPr>
        </p:nvSpPr>
        <p:spPr/>
        <p:txBody>
          <a:bodyPr/>
          <a:lstStyle/>
          <a:p>
            <a:fld id="{BCB308AD-B6DB-4B82-B1F7-9450F5460026}" type="slidenum">
              <a:rPr lang="en-US"/>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48752" name="Title 1"/>
          <p:cNvSpPr>
            <a:spLocks noGrp="1"/>
          </p:cNvSpPr>
          <p:nvPr>
            <p:ph type="ctrTitle"/>
          </p:nvPr>
        </p:nvSpPr>
        <p:spPr>
          <a:xfrm>
            <a:off x="685800" y="2130425"/>
            <a:ext cx="7772400" cy="1470025"/>
          </a:xfrm>
        </p:spPr>
        <p:txBody>
          <a:bodyPr/>
          <a:lstStyle/>
          <a:p>
            <a:r>
              <a:rPr lang="en-US"/>
              <a:t>Click to edit Master title style</a:t>
            </a:r>
          </a:p>
        </p:txBody>
      </p:sp>
      <p:sp>
        <p:nvSpPr>
          <p:cNvPr id="1048753" name="Subtitle 2"/>
          <p:cNvSpPr>
            <a:spLocks noGrp="1"/>
          </p:cNvSpPr>
          <p:nvPr>
            <p:ph type="subTitle" idx="1"/>
          </p:nvPr>
        </p:nvSpPr>
        <p:spPr>
          <a:xfrm>
            <a:off x="1371600" y="3886200"/>
            <a:ext cx="6400800" cy="1752600"/>
          </a:xfrm>
        </p:spPr>
        <p:txBody>
          <a:bodyPr/>
          <a:lstStyle>
            <a:lvl1pPr marL="0" indent="0" algn="ctr">
              <a:buNone/>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p>
        </p:txBody>
      </p:sp>
      <p:sp>
        <p:nvSpPr>
          <p:cNvPr id="1048754" name="Rectangle 32"/>
          <p:cNvSpPr>
            <a:spLocks noGrp="1" noChangeArrowheads="1"/>
          </p:cNvSpPr>
          <p:nvPr>
            <p:ph type="sldNum" sz="quarter" idx="10"/>
          </p:nvPr>
        </p:nvSpPr>
        <p:spPr/>
        <p:txBody>
          <a:bodyPr/>
          <a:lstStyle/>
          <a:p>
            <a:fld id="{F33682F6-07BE-4D8D-A30B-784368EB4D18}" type="slidenum">
              <a:rPr lang="en-US">
                <a:solidFill>
                  <a:srgbClr val="000000"/>
                </a:solidFill>
              </a:rPr>
              <a:pPr/>
              <a:t>‹#›</a:t>
            </a:fld>
            <a:r>
              <a:rPr lang="en-US">
                <a:solidFill>
                  <a:srgbClr val="000000"/>
                </a:solidFill>
              </a:rPr>
              <a:t>/33</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048762" name="Title 1"/>
          <p:cNvSpPr>
            <a:spLocks noGrp="1"/>
          </p:cNvSpPr>
          <p:nvPr>
            <p:ph type="title"/>
          </p:nvPr>
        </p:nvSpPr>
        <p:spPr/>
        <p:txBody>
          <a:bodyPr/>
          <a:lstStyle/>
          <a:p>
            <a:r>
              <a:rPr lang="en-US"/>
              <a:t>Click to edit Master title style</a:t>
            </a:r>
          </a:p>
        </p:txBody>
      </p:sp>
      <p:sp>
        <p:nvSpPr>
          <p:cNvPr id="104876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64" name="Rectangle 32"/>
          <p:cNvSpPr>
            <a:spLocks noGrp="1" noChangeArrowheads="1"/>
          </p:cNvSpPr>
          <p:nvPr>
            <p:ph type="sldNum" sz="quarter" idx="10"/>
          </p:nvPr>
        </p:nvSpPr>
        <p:spPr/>
        <p:txBody>
          <a:bodyPr/>
          <a:lstStyle/>
          <a:p>
            <a:fld id="{15A104C0-9CA3-40E4-B708-2BE1DD18AAA2}" type="slidenum">
              <a:rPr lang="en-US">
                <a:solidFill>
                  <a:srgbClr val="000000"/>
                </a:solidFill>
              </a:rPr>
              <a:pPr/>
              <a:t>‹#›</a:t>
            </a:fld>
            <a:r>
              <a:rPr lang="en-US">
                <a:solidFill>
                  <a:srgbClr val="000000"/>
                </a:solidFill>
              </a:rPr>
              <a:t>/33</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48770"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1048771"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1048772" name="Rectangle 32"/>
          <p:cNvSpPr>
            <a:spLocks noGrp="1" noChangeArrowheads="1"/>
          </p:cNvSpPr>
          <p:nvPr>
            <p:ph type="sldNum" sz="quarter" idx="10"/>
          </p:nvPr>
        </p:nvSpPr>
        <p:spPr/>
        <p:txBody>
          <a:bodyPr/>
          <a:lstStyle/>
          <a:p>
            <a:fld id="{C69354AA-FA39-4F23-8A68-66C7B7405C24}" type="slidenum">
              <a:rPr lang="en-US">
                <a:solidFill>
                  <a:srgbClr val="000000"/>
                </a:solidFill>
              </a:rPr>
              <a:pPr/>
              <a:t>‹#›</a:t>
            </a:fld>
            <a:r>
              <a:rPr lang="en-US">
                <a:solidFill>
                  <a:srgbClr val="000000"/>
                </a:solidFill>
              </a:rPr>
              <a:t>/33</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048734" name="Title 1"/>
          <p:cNvSpPr>
            <a:spLocks noGrp="1"/>
          </p:cNvSpPr>
          <p:nvPr>
            <p:ph type="title"/>
          </p:nvPr>
        </p:nvSpPr>
        <p:spPr/>
        <p:txBody>
          <a:bodyPr/>
          <a:lstStyle/>
          <a:p>
            <a:r>
              <a:rPr lang="en-US"/>
              <a:t>Click to edit Master title style</a:t>
            </a:r>
          </a:p>
        </p:txBody>
      </p:sp>
      <p:sp>
        <p:nvSpPr>
          <p:cNvPr id="1048735" name="Content Placeholder 2"/>
          <p:cNvSpPr>
            <a:spLocks noGrp="1"/>
          </p:cNvSpPr>
          <p:nvPr>
            <p:ph sz="half" idx="1"/>
          </p:nvPr>
        </p:nvSpPr>
        <p:spPr>
          <a:xfrm>
            <a:off x="942975" y="2357438"/>
            <a:ext cx="3868738" cy="37941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36" name="Content Placeholder 3"/>
          <p:cNvSpPr>
            <a:spLocks noGrp="1"/>
          </p:cNvSpPr>
          <p:nvPr>
            <p:ph sz="half" idx="2"/>
          </p:nvPr>
        </p:nvSpPr>
        <p:spPr>
          <a:xfrm>
            <a:off x="4964113" y="2357438"/>
            <a:ext cx="3868737" cy="37941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37" name="Rectangle 32"/>
          <p:cNvSpPr>
            <a:spLocks noGrp="1" noChangeArrowheads="1"/>
          </p:cNvSpPr>
          <p:nvPr>
            <p:ph type="sldNum" sz="quarter" idx="10"/>
          </p:nvPr>
        </p:nvSpPr>
        <p:spPr/>
        <p:txBody>
          <a:bodyPr/>
          <a:lstStyle/>
          <a:p>
            <a:fld id="{B3533401-8ED0-4476-AD34-E93D5331DAAE}" type="slidenum">
              <a:rPr lang="en-US">
                <a:solidFill>
                  <a:srgbClr val="000000"/>
                </a:solidFill>
              </a:rPr>
              <a:pPr/>
              <a:t>‹#›</a:t>
            </a:fld>
            <a:r>
              <a:rPr lang="en-US">
                <a:solidFill>
                  <a:srgbClr val="000000"/>
                </a:solidFill>
              </a:rPr>
              <a:t>/33</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48746" name="Title 1"/>
          <p:cNvSpPr>
            <a:spLocks noGrp="1"/>
          </p:cNvSpPr>
          <p:nvPr>
            <p:ph type="title"/>
          </p:nvPr>
        </p:nvSpPr>
        <p:spPr>
          <a:xfrm>
            <a:off x="457200" y="274638"/>
            <a:ext cx="8229600" cy="1143000"/>
          </a:xfrm>
        </p:spPr>
        <p:txBody>
          <a:bodyPr/>
          <a:lstStyle/>
          <a:p>
            <a:r>
              <a:rPr lang="en-US"/>
              <a:t>Click to edit Master title style</a:t>
            </a:r>
          </a:p>
        </p:txBody>
      </p:sp>
      <p:sp>
        <p:nvSpPr>
          <p:cNvPr id="1048747"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748"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49"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750"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51" name="Rectangle 32"/>
          <p:cNvSpPr>
            <a:spLocks noGrp="1" noChangeArrowheads="1"/>
          </p:cNvSpPr>
          <p:nvPr>
            <p:ph type="sldNum" sz="quarter" idx="10"/>
          </p:nvPr>
        </p:nvSpPr>
        <p:spPr/>
        <p:txBody>
          <a:bodyPr/>
          <a:lstStyle/>
          <a:p>
            <a:fld id="{505ED405-018E-4712-B102-67532C03A436}" type="slidenum">
              <a:rPr lang="en-US">
                <a:solidFill>
                  <a:srgbClr val="000000"/>
                </a:solidFill>
              </a:rPr>
              <a:pPr/>
              <a:t>‹#›</a:t>
            </a:fld>
            <a:r>
              <a:rPr lang="en-US">
                <a:solidFill>
                  <a:srgbClr val="000000"/>
                </a:solidFill>
              </a:rPr>
              <a:t>/33</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48744" name="Title 1"/>
          <p:cNvSpPr>
            <a:spLocks noGrp="1"/>
          </p:cNvSpPr>
          <p:nvPr>
            <p:ph type="title"/>
          </p:nvPr>
        </p:nvSpPr>
        <p:spPr/>
        <p:txBody>
          <a:bodyPr/>
          <a:lstStyle/>
          <a:p>
            <a:r>
              <a:rPr lang="en-US"/>
              <a:t>Click to edit Master title style</a:t>
            </a:r>
          </a:p>
        </p:txBody>
      </p:sp>
      <p:sp>
        <p:nvSpPr>
          <p:cNvPr id="1048745" name="Rectangle 32"/>
          <p:cNvSpPr>
            <a:spLocks noGrp="1" noChangeArrowheads="1"/>
          </p:cNvSpPr>
          <p:nvPr>
            <p:ph type="sldNum" sz="quarter" idx="10"/>
          </p:nvPr>
        </p:nvSpPr>
        <p:spPr/>
        <p:txBody>
          <a:bodyPr/>
          <a:lstStyle/>
          <a:p>
            <a:fld id="{C76DFAFD-39DE-4C09-957F-770444AD2EE7}" type="slidenum">
              <a:rPr lang="en-US">
                <a:solidFill>
                  <a:srgbClr val="000000"/>
                </a:solidFill>
              </a:rPr>
              <a:pPr/>
              <a:t>‹#›</a:t>
            </a:fld>
            <a:r>
              <a:rPr lang="en-US">
                <a:solidFill>
                  <a:srgbClr val="000000"/>
                </a:solidFill>
              </a:rPr>
              <a:t>/33</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048765" name="Rectangle 32"/>
          <p:cNvSpPr>
            <a:spLocks noGrp="1" noChangeArrowheads="1"/>
          </p:cNvSpPr>
          <p:nvPr>
            <p:ph type="sldNum" sz="quarter" idx="10"/>
          </p:nvPr>
        </p:nvSpPr>
        <p:spPr/>
        <p:txBody>
          <a:bodyPr/>
          <a:lstStyle/>
          <a:p>
            <a:fld id="{D4BA5899-D4CA-40AF-A003-DA39DB7FA9F0}" type="slidenum">
              <a:rPr lang="en-US">
                <a:solidFill>
                  <a:srgbClr val="000000"/>
                </a:solidFill>
              </a:rPr>
              <a:pPr/>
              <a:t>‹#›</a:t>
            </a:fld>
            <a:r>
              <a:rPr lang="en-US">
                <a:solidFill>
                  <a:srgbClr val="000000"/>
                </a:solidFill>
              </a:rPr>
              <a:t>/33</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048740"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1048741"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42"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48743" name="Rectangle 32"/>
          <p:cNvSpPr>
            <a:spLocks noGrp="1" noChangeArrowheads="1"/>
          </p:cNvSpPr>
          <p:nvPr>
            <p:ph type="sldNum" sz="quarter" idx="10"/>
          </p:nvPr>
        </p:nvSpPr>
        <p:spPr/>
        <p:txBody>
          <a:bodyPr/>
          <a:lstStyle/>
          <a:p>
            <a:fld id="{C61FECB9-8477-40F6-AFF1-5D508CBDA423}" type="slidenum">
              <a:rPr lang="en-US">
                <a:solidFill>
                  <a:srgbClr val="000000"/>
                </a:solidFill>
              </a:rPr>
              <a:pPr/>
              <a:t>‹#›</a:t>
            </a:fld>
            <a:r>
              <a:rPr lang="en-US">
                <a:solidFill>
                  <a:srgbClr val="000000"/>
                </a:solidFill>
              </a:rPr>
              <a:t>/33</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048758"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1048759"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1048760"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48761" name="Rectangle 32"/>
          <p:cNvSpPr>
            <a:spLocks noGrp="1" noChangeArrowheads="1"/>
          </p:cNvSpPr>
          <p:nvPr>
            <p:ph type="sldNum" sz="quarter" idx="10"/>
          </p:nvPr>
        </p:nvSpPr>
        <p:spPr/>
        <p:txBody>
          <a:bodyPr/>
          <a:lstStyle/>
          <a:p>
            <a:fld id="{92DFA289-3034-492F-9EFE-1DD35B858C92}" type="slidenum">
              <a:rPr lang="en-US">
                <a:solidFill>
                  <a:srgbClr val="000000"/>
                </a:solidFill>
              </a:rPr>
              <a:pPr/>
              <a:t>‹#›</a:t>
            </a:fld>
            <a:r>
              <a:rPr lang="en-US">
                <a:solidFill>
                  <a:srgbClr val="000000"/>
                </a:solidFill>
              </a:rPr>
              <a:t>/33</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048755" name="Title 1"/>
          <p:cNvSpPr>
            <a:spLocks noGrp="1"/>
          </p:cNvSpPr>
          <p:nvPr>
            <p:ph type="title"/>
          </p:nvPr>
        </p:nvSpPr>
        <p:spPr/>
        <p:txBody>
          <a:bodyPr/>
          <a:lstStyle/>
          <a:p>
            <a:r>
              <a:rPr lang="en-US"/>
              <a:t>Click to edit Master title style</a:t>
            </a:r>
          </a:p>
        </p:txBody>
      </p:sp>
      <p:sp>
        <p:nvSpPr>
          <p:cNvPr id="1048756"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57" name="Rectangle 32"/>
          <p:cNvSpPr>
            <a:spLocks noGrp="1" noChangeArrowheads="1"/>
          </p:cNvSpPr>
          <p:nvPr>
            <p:ph type="sldNum" sz="quarter" idx="10"/>
          </p:nvPr>
        </p:nvSpPr>
        <p:spPr/>
        <p:txBody>
          <a:bodyPr/>
          <a:lstStyle/>
          <a:p>
            <a:fld id="{F50018D6-4C30-4973-B171-9E35A48AD76A}" type="slidenum">
              <a:rPr lang="en-US">
                <a:solidFill>
                  <a:srgbClr val="000000"/>
                </a:solidFill>
              </a:rPr>
              <a:pPr/>
              <a:t>‹#›</a:t>
            </a:fld>
            <a:r>
              <a:rPr lang="en-US">
                <a:solidFill>
                  <a:srgbClr val="000000"/>
                </a:solidFill>
              </a:rPr>
              <a:t>/33</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048773" name="Vertical Title 1"/>
          <p:cNvSpPr>
            <a:spLocks noGrp="1"/>
          </p:cNvSpPr>
          <p:nvPr>
            <p:ph type="title" orient="vert"/>
          </p:nvPr>
        </p:nvSpPr>
        <p:spPr>
          <a:xfrm>
            <a:off x="6859588" y="1531938"/>
            <a:ext cx="1973262" cy="4619625"/>
          </a:xfrm>
        </p:spPr>
        <p:txBody>
          <a:bodyPr vert="eaVert"/>
          <a:lstStyle/>
          <a:p>
            <a:r>
              <a:rPr lang="en-US"/>
              <a:t>Click to edit Master title style</a:t>
            </a:r>
          </a:p>
        </p:txBody>
      </p:sp>
      <p:sp>
        <p:nvSpPr>
          <p:cNvPr id="1048774" name="Vertical Text Placeholder 2"/>
          <p:cNvSpPr>
            <a:spLocks noGrp="1"/>
          </p:cNvSpPr>
          <p:nvPr>
            <p:ph type="body" orient="vert" idx="1"/>
          </p:nvPr>
        </p:nvSpPr>
        <p:spPr>
          <a:xfrm>
            <a:off x="938213" y="1531938"/>
            <a:ext cx="5768975" cy="46196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75" name="Rectangle 32"/>
          <p:cNvSpPr>
            <a:spLocks noGrp="1" noChangeArrowheads="1"/>
          </p:cNvSpPr>
          <p:nvPr>
            <p:ph type="sldNum" sz="quarter" idx="10"/>
          </p:nvPr>
        </p:nvSpPr>
        <p:spPr/>
        <p:txBody>
          <a:bodyPr/>
          <a:lstStyle/>
          <a:p>
            <a:fld id="{4C42326B-5B0C-4285-BBA0-E92437394B0D}" type="slidenum">
              <a:rPr lang="en-US">
                <a:solidFill>
                  <a:srgbClr val="000000"/>
                </a:solidFill>
              </a:rPr>
              <a:pPr/>
              <a:t>‹#›</a:t>
            </a:fld>
            <a:r>
              <a:rPr lang="en-US">
                <a:solidFill>
                  <a:srgbClr val="000000"/>
                </a:solidFill>
              </a:rPr>
              <a:t>/33</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clipArtAndTx" preserve="1">
  <p:cSld name="Title, Clip Art and Text">
    <p:spTree>
      <p:nvGrpSpPr>
        <p:cNvPr id="1" name=""/>
        <p:cNvGrpSpPr/>
        <p:nvPr/>
      </p:nvGrpSpPr>
      <p:grpSpPr>
        <a:xfrm>
          <a:off x="0" y="0"/>
          <a:ext cx="0" cy="0"/>
          <a:chOff x="0" y="0"/>
          <a:chExt cx="0" cy="0"/>
        </a:xfrm>
      </p:grpSpPr>
      <p:sp>
        <p:nvSpPr>
          <p:cNvPr id="1048766" name="Title 1"/>
          <p:cNvSpPr>
            <a:spLocks noGrp="1"/>
          </p:cNvSpPr>
          <p:nvPr>
            <p:ph type="title"/>
          </p:nvPr>
        </p:nvSpPr>
        <p:spPr>
          <a:xfrm>
            <a:off x="938213" y="1531938"/>
            <a:ext cx="7704137" cy="814387"/>
          </a:xfrm>
        </p:spPr>
        <p:txBody>
          <a:bodyPr/>
          <a:lstStyle/>
          <a:p>
            <a:r>
              <a:rPr lang="en-US"/>
              <a:t>Click to edit Master title style</a:t>
            </a:r>
          </a:p>
        </p:txBody>
      </p:sp>
      <p:sp>
        <p:nvSpPr>
          <p:cNvPr id="1048767" name="ClipArt Placeholder 2"/>
          <p:cNvSpPr>
            <a:spLocks noGrp="1"/>
          </p:cNvSpPr>
          <p:nvPr>
            <p:ph type="clipArt" sz="half" idx="1"/>
          </p:nvPr>
        </p:nvSpPr>
        <p:spPr>
          <a:xfrm>
            <a:off x="942975" y="2357438"/>
            <a:ext cx="3868738" cy="3794125"/>
          </a:xfrm>
        </p:spPr>
        <p:txBody>
          <a:bodyPr/>
          <a:lstStyle/>
          <a:p>
            <a:pPr lvl="0"/>
            <a:endParaRPr lang="en-US" noProof="0"/>
          </a:p>
        </p:txBody>
      </p:sp>
      <p:sp>
        <p:nvSpPr>
          <p:cNvPr id="1048768" name="Text Placeholder 3"/>
          <p:cNvSpPr>
            <a:spLocks noGrp="1"/>
          </p:cNvSpPr>
          <p:nvPr>
            <p:ph type="body" sz="half" idx="2"/>
          </p:nvPr>
        </p:nvSpPr>
        <p:spPr>
          <a:xfrm>
            <a:off x="4964113" y="2357438"/>
            <a:ext cx="3868737" cy="3794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69" name="Rectangle 32"/>
          <p:cNvSpPr>
            <a:spLocks noGrp="1" noChangeArrowheads="1"/>
          </p:cNvSpPr>
          <p:nvPr>
            <p:ph type="sldNum" sz="quarter" idx="10"/>
          </p:nvPr>
        </p:nvSpPr>
        <p:spPr/>
        <p:txBody>
          <a:bodyPr/>
          <a:lstStyle/>
          <a:p>
            <a:fld id="{3F5F2DE4-4349-44E7-81D1-047624CC0CDA}" type="slidenum">
              <a:rPr lang="en-US">
                <a:solidFill>
                  <a:srgbClr val="000000"/>
                </a:solidFill>
              </a:rPr>
              <a:pPr/>
              <a:t>‹#›</a:t>
            </a:fld>
            <a:r>
              <a:rPr lang="en-US">
                <a:solidFill>
                  <a:srgbClr val="000000"/>
                </a:solidFill>
              </a:rPr>
              <a:t>/33</a:t>
            </a: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1048738" name="Content Placeholder 1"/>
          <p:cNvSpPr>
            <a:spLocks noGrp="1"/>
          </p:cNvSpPr>
          <p:nvPr>
            <p:ph/>
          </p:nvPr>
        </p:nvSpPr>
        <p:spPr>
          <a:xfrm>
            <a:off x="938213" y="1531938"/>
            <a:ext cx="7894637" cy="46196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39" name="Rectangle 32"/>
          <p:cNvSpPr>
            <a:spLocks noGrp="1" noChangeArrowheads="1"/>
          </p:cNvSpPr>
          <p:nvPr>
            <p:ph type="sldNum" sz="quarter" idx="10"/>
          </p:nvPr>
        </p:nvSpPr>
        <p:spPr/>
        <p:txBody>
          <a:bodyPr/>
          <a:lstStyle/>
          <a:p>
            <a:fld id="{01817231-5508-4EBA-966A-8DD77BFA0DCB}" type="slidenum">
              <a:rPr lang="en-US">
                <a:solidFill>
                  <a:srgbClr val="000000"/>
                </a:solidFill>
              </a:rPr>
              <a:pPr/>
              <a:t>‹#›</a:t>
            </a:fld>
            <a:r>
              <a:rPr lang="en-US">
                <a:solidFill>
                  <a:srgbClr val="000000"/>
                </a:solidFill>
              </a:rPr>
              <a:t>/33</a:t>
            </a: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31"/>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fld id="{E5049658-1B32-471B-BF08-B398628EF583}" type="datetimeFigureOut">
              <a:rPr lang="en-US"/>
              <a:pPr>
                <a:defRPr/>
              </a:pPr>
              <a:t>3/9/2026</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A6C698EB-6D6A-44E3-AD2E-820EDD660B89}" type="slidenum">
              <a:rPr lang="en-US"/>
              <a:pPr>
                <a:defRPr/>
              </a:pPr>
              <a:t>‹#›</a:t>
            </a:fld>
            <a:endParaRPr lang="en-US" dirty="0"/>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BB487F52-83E9-40DA-BAC6-8264382B3B98}" type="datetimeFigureOut">
              <a:rPr lang="en-US"/>
              <a:pPr>
                <a:defRPr/>
              </a:pPr>
              <a:t>3/9/2026</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CACE0FC3-80A5-4E6A-8463-A948B12D76EE}" type="slidenum">
              <a:rPr lang="en-US"/>
              <a:pPr>
                <a:defRPr/>
              </a:pPr>
              <a:t>‹#›</a:t>
            </a:fld>
            <a:endParaRPr lang="en-US" dirty="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6"/>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4"/>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E146B83F-0586-4666-9DEB-0641AD91F7DE}" type="datetimeFigureOut">
              <a:rPr lang="en-US"/>
              <a:pPr>
                <a:defRPr/>
              </a:pPr>
              <a:t>3/9/2026</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04671A20-A21B-4CC2-AC43-DD78D41E2568}" type="slidenum">
              <a:rPr lang="en-US"/>
              <a:pPr>
                <a:defRPr/>
              </a:pPr>
              <a:t>‹#›</a:t>
            </a:fld>
            <a:endParaRPr lang="en-US" dirty="0"/>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6"/>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6"/>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647B3122-F98F-4BFE-9F85-1074B05743EE}" type="datetimeFigureOut">
              <a:rPr lang="en-US"/>
              <a:pPr>
                <a:defRPr/>
              </a:pPr>
              <a:t>3/9/2026</a:t>
            </a:fld>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4B2F1653-7A10-4BED-8EBE-29AD2F2289EE}" type="slidenum">
              <a:rPr lang="en-US"/>
              <a:pPr>
                <a:defRPr/>
              </a:pPr>
              <a:t>‹#›</a:t>
            </a:fld>
            <a:endParaRPr lang="en-US" dirty="0"/>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1" y="1535118"/>
            <a:ext cx="4040188"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1"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30" y="1535118"/>
            <a:ext cx="4041775"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30"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96B555E5-4663-408A-987B-5A867A85184F}" type="datetimeFigureOut">
              <a:rPr lang="en-US"/>
              <a:pPr>
                <a:defRPr/>
              </a:pPr>
              <a:t>3/9/2026</a:t>
            </a:fld>
            <a:endParaRPr lang="en-US" dirty="0"/>
          </a:p>
        </p:txBody>
      </p:sp>
      <p:sp>
        <p:nvSpPr>
          <p:cNvPr id="8" name="Footer Placeholder 4"/>
          <p:cNvSpPr>
            <a:spLocks noGrp="1"/>
          </p:cNvSpPr>
          <p:nvPr>
            <p:ph type="ftr" sz="quarter" idx="11"/>
          </p:nvPr>
        </p:nvSpPr>
        <p:spPr/>
        <p:txBody>
          <a:bodyPr/>
          <a:lstStyle>
            <a:lvl1pPr>
              <a:defRPr/>
            </a:lvl1pPr>
          </a:lstStyle>
          <a:p>
            <a:pPr>
              <a:defRPr/>
            </a:pPr>
            <a:endParaRPr lang="en-US" dirty="0"/>
          </a:p>
        </p:txBody>
      </p:sp>
      <p:sp>
        <p:nvSpPr>
          <p:cNvPr id="9" name="Slide Number Placeholder 5"/>
          <p:cNvSpPr>
            <a:spLocks noGrp="1"/>
          </p:cNvSpPr>
          <p:nvPr>
            <p:ph type="sldNum" sz="quarter" idx="12"/>
          </p:nvPr>
        </p:nvSpPr>
        <p:spPr/>
        <p:txBody>
          <a:bodyPr/>
          <a:lstStyle>
            <a:lvl1pPr>
              <a:defRPr/>
            </a:lvl1pPr>
          </a:lstStyle>
          <a:p>
            <a:pPr>
              <a:defRPr/>
            </a:pPr>
            <a:fld id="{6AA07655-5EE6-4BE7-B31B-9247DF07A360}" type="slidenum">
              <a:rPr lang="en-US"/>
              <a:pPr>
                <a:defRPr/>
              </a:pPr>
              <a:t>‹#›</a:t>
            </a:fld>
            <a:endParaRPr lang="en-US" dirty="0"/>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95CD851B-B327-4442-A595-DC3F1CF0D661}" type="datetimeFigureOut">
              <a:rPr lang="en-US"/>
              <a:pPr>
                <a:defRPr/>
              </a:pPr>
              <a:t>3/9/2026</a:t>
            </a:fld>
            <a:endParaRPr lang="en-US" dirty="0"/>
          </a:p>
        </p:txBody>
      </p:sp>
      <p:sp>
        <p:nvSpPr>
          <p:cNvPr id="4" name="Footer Placeholder 4"/>
          <p:cNvSpPr>
            <a:spLocks noGrp="1"/>
          </p:cNvSpPr>
          <p:nvPr>
            <p:ph type="ftr" sz="quarter" idx="11"/>
          </p:nvPr>
        </p:nvSpPr>
        <p:spPr/>
        <p:txBody>
          <a:bodyPr/>
          <a:lstStyle>
            <a:lvl1pPr>
              <a:defRPr/>
            </a:lvl1pPr>
          </a:lstStyle>
          <a:p>
            <a:pPr>
              <a:defRPr/>
            </a:pPr>
            <a:endParaRPr lang="en-US" dirty="0"/>
          </a:p>
        </p:txBody>
      </p:sp>
      <p:sp>
        <p:nvSpPr>
          <p:cNvPr id="5" name="Slide Number Placeholder 5"/>
          <p:cNvSpPr>
            <a:spLocks noGrp="1"/>
          </p:cNvSpPr>
          <p:nvPr>
            <p:ph type="sldNum" sz="quarter" idx="12"/>
          </p:nvPr>
        </p:nvSpPr>
        <p:spPr/>
        <p:txBody>
          <a:bodyPr/>
          <a:lstStyle>
            <a:lvl1pPr>
              <a:defRPr/>
            </a:lvl1pPr>
          </a:lstStyle>
          <a:p>
            <a:pPr>
              <a:defRPr/>
            </a:pPr>
            <a:fld id="{F45759B4-0D9D-4AB1-8469-2C9B4A5E591C}" type="slidenum">
              <a:rPr lang="en-US"/>
              <a:pPr>
                <a:defRPr/>
              </a:pPr>
              <a:t>‹#›</a:t>
            </a:fld>
            <a:endParaRPr lang="en-US" dirty="0"/>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55DEA563-AD19-4581-A8EF-63BA5981AA7F}" type="datetimeFigureOut">
              <a:rPr lang="en-US"/>
              <a:pPr>
                <a:defRPr/>
              </a:pPr>
              <a:t>3/9/2026</a:t>
            </a:fld>
            <a:endParaRPr lang="en-US" dirty="0"/>
          </a:p>
        </p:txBody>
      </p:sp>
      <p:sp>
        <p:nvSpPr>
          <p:cNvPr id="3" name="Footer Placeholder 4"/>
          <p:cNvSpPr>
            <a:spLocks noGrp="1"/>
          </p:cNvSpPr>
          <p:nvPr>
            <p:ph type="ftr" sz="quarter" idx="11"/>
          </p:nvPr>
        </p:nvSpPr>
        <p:spPr/>
        <p:txBody>
          <a:bodyPr/>
          <a:lstStyle>
            <a:lvl1pPr>
              <a:defRPr/>
            </a:lvl1pPr>
          </a:lstStyle>
          <a:p>
            <a:pPr>
              <a:defRPr/>
            </a:pPr>
            <a:endParaRPr lang="en-US" dirty="0"/>
          </a:p>
        </p:txBody>
      </p:sp>
      <p:sp>
        <p:nvSpPr>
          <p:cNvPr id="4" name="Slide Number Placeholder 5"/>
          <p:cNvSpPr>
            <a:spLocks noGrp="1"/>
          </p:cNvSpPr>
          <p:nvPr>
            <p:ph type="sldNum" sz="quarter" idx="12"/>
          </p:nvPr>
        </p:nvSpPr>
        <p:spPr/>
        <p:txBody>
          <a:bodyPr/>
          <a:lstStyle>
            <a:lvl1pPr>
              <a:defRPr/>
            </a:lvl1pPr>
          </a:lstStyle>
          <a:p>
            <a:pPr>
              <a:defRPr/>
            </a:pPr>
            <a:fld id="{5542BD70-19C0-4656-B288-AC71113C2F8D}" type="slidenum">
              <a:rPr lang="en-US"/>
              <a:pPr>
                <a:defRPr/>
              </a:pPr>
              <a:t>‹#›</a:t>
            </a:fld>
            <a:endParaRPr lang="en-US" dirty="0"/>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4" y="273054"/>
            <a:ext cx="3008313" cy="1162051"/>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7"/>
            <a:ext cx="5111751"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4" y="1435104"/>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AEF4AF67-9202-49C0-9499-80248B40DB4A}" type="datetimeFigureOut">
              <a:rPr lang="en-US"/>
              <a:pPr>
                <a:defRPr/>
              </a:pPr>
              <a:t>3/9/2026</a:t>
            </a:fld>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44F0EEF3-D022-4866-ABC3-5FCCD7DC51FA}" type="slidenum">
              <a:rPr lang="en-US"/>
              <a:pPr>
                <a:defRPr/>
              </a:pPr>
              <a:t>‹#›</a:t>
            </a:fld>
            <a:endParaRPr lang="en-US" dirty="0"/>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5"/>
            <a:ext cx="5486400" cy="566739"/>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43"/>
            <a:ext cx="5486400" cy="8048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BE918AAA-8687-41FE-BF13-707437BC5E1E}" type="datetimeFigureOut">
              <a:rPr lang="en-US"/>
              <a:pPr>
                <a:defRPr/>
              </a:pPr>
              <a:t>3/9/2026</a:t>
            </a:fld>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310BD9D6-140E-43CA-B11F-D41B7FC5D414}" type="slidenum">
              <a:rPr lang="en-US"/>
              <a:pPr>
                <a:defRPr/>
              </a:pPr>
              <a:t>‹#›</a:t>
            </a:fld>
            <a:endParaRPr lang="en-US" dirty="0"/>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78B03597-99BF-4D07-AF0D-92BAB1D51340}" type="datetimeFigureOut">
              <a:rPr lang="en-US"/>
              <a:pPr>
                <a:defRPr/>
              </a:pPr>
              <a:t>3/9/2026</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AF1ACDDE-A4D3-4E0B-A570-A78689AE3E35}" type="slidenum">
              <a:rPr lang="en-US"/>
              <a:pPr>
                <a:defRPr/>
              </a:pPr>
              <a:t>‹#›</a:t>
            </a:fld>
            <a:endParaRPr lang="en-US" dirty="0"/>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4"/>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44"/>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D45B56C9-71B5-404C-B5A2-B45F21E75A32}" type="datetimeFigureOut">
              <a:rPr lang="en-US"/>
              <a:pPr>
                <a:defRPr/>
              </a:pPr>
              <a:t>3/9/2026</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BCB308AD-B6DB-4B82-B1F7-9450F5460026}" type="slidenum">
              <a:rPr lang="en-US"/>
              <a:pPr>
                <a:defRPr/>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6" Type="http://schemas.openxmlformats.org/officeDocument/2006/relationships/image" Target="../media/image3.jpeg"/><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image" Target="../media/image2.jpeg"/><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image" Target="../media/image1.jpeg"/><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theme" Target="../theme/theme3.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lum/>
          </a:blip>
          <a:srcRect/>
          <a:stretch>
            <a:fillRect l="-2000" r="-2000"/>
          </a:stretch>
        </a:blipFill>
        <a:effectLst/>
      </p:bgPr>
    </p:bg>
    <p:spTree>
      <p:nvGrpSpPr>
        <p:cNvPr id="1" name=""/>
        <p:cNvGrpSpPr/>
        <p:nvPr/>
      </p:nvGrpSpPr>
      <p:grpSpPr>
        <a:xfrm>
          <a:off x="0" y="0"/>
          <a:ext cx="0" cy="0"/>
          <a:chOff x="0" y="0"/>
          <a:chExt cx="0" cy="0"/>
        </a:xfrm>
      </p:grpSpPr>
      <p:sp>
        <p:nvSpPr>
          <p:cNvPr id="1048576" name="Title Placeholder 1"/>
          <p:cNvSpPr>
            <a:spLocks noGrp="1"/>
          </p:cNvSpPr>
          <p:nvPr>
            <p:ph type="title"/>
          </p:nvPr>
        </p:nvSpPr>
        <p:spPr bwMode="auto">
          <a:xfrm>
            <a:off x="457200" y="274637"/>
            <a:ext cx="8229600" cy="1143000"/>
          </a:xfrm>
          <a:prstGeom prst="rect">
            <a:avLst/>
          </a:prstGeom>
          <a:noFill/>
          <a:ln w="9525">
            <a:noFill/>
            <a:miter lim="800000"/>
          </a:ln>
        </p:spPr>
        <p:txBody>
          <a:bodyPr vert="horz" wrap="square" lIns="91440" tIns="45720" rIns="91440" bIns="45720" numCol="1" anchor="ctr" anchorCtr="0" compatLnSpc="1"/>
          <a:lstStyle/>
          <a:p>
            <a:pPr lvl="0"/>
            <a:r>
              <a:rPr lang="en-US"/>
              <a:t>Click to edit Master title style</a:t>
            </a:r>
          </a:p>
        </p:txBody>
      </p:sp>
      <p:sp>
        <p:nvSpPr>
          <p:cNvPr id="1048577" name="Text Placeholder 2"/>
          <p:cNvSpPr>
            <a:spLocks noGrp="1"/>
          </p:cNvSpPr>
          <p:nvPr>
            <p:ph type="body" idx="1"/>
          </p:nvPr>
        </p:nvSpPr>
        <p:spPr bwMode="auto">
          <a:xfrm>
            <a:off x="457200" y="1600206"/>
            <a:ext cx="8229600" cy="4525963"/>
          </a:xfrm>
          <a:prstGeom prst="rect">
            <a:avLst/>
          </a:prstGeom>
          <a:noFill/>
          <a:ln w="9525">
            <a:noFill/>
            <a:miter lim="800000"/>
          </a:ln>
        </p:spPr>
        <p:txBody>
          <a:bodyPr vert="horz" wrap="square" lIns="91440" tIns="45720" rIns="91440" bIns="45720" numCol="1" anchor="t" anchorCtr="0" compatLnSpc="1"/>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578" name="Date Placeholder 3"/>
          <p:cNvSpPr>
            <a:spLocks noGrp="1"/>
          </p:cNvSpPr>
          <p:nvPr>
            <p:ph type="dt" sz="half" idx="2"/>
          </p:nvPr>
        </p:nvSpPr>
        <p:spPr>
          <a:xfrm>
            <a:off x="457200" y="6356356"/>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defRPr>
            </a:lvl1pPr>
          </a:lstStyle>
          <a:p>
            <a:fld id="{7CEEEAB8-7E17-497A-821C-77337C4DAA47}" type="datetimeFigureOut">
              <a:rPr lang="en-US"/>
              <a:pPr/>
              <a:t>3/9/2026</a:t>
            </a:fld>
            <a:endParaRPr lang="en-US"/>
          </a:p>
        </p:txBody>
      </p:sp>
      <p:sp>
        <p:nvSpPr>
          <p:cNvPr id="1048579" name="Footer Placeholder 4"/>
          <p:cNvSpPr>
            <a:spLocks noGrp="1"/>
          </p:cNvSpPr>
          <p:nvPr>
            <p:ph type="ftr" sz="quarter" idx="3"/>
          </p:nvPr>
        </p:nvSpPr>
        <p:spPr>
          <a:xfrm>
            <a:off x="3124200" y="6356356"/>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defRPr>
            </a:lvl1pPr>
          </a:lstStyle>
          <a:p>
            <a:endParaRPr lang="en-US"/>
          </a:p>
        </p:txBody>
      </p:sp>
      <p:sp>
        <p:nvSpPr>
          <p:cNvPr id="1048580" name="Slide Number Placeholder 5"/>
          <p:cNvSpPr>
            <a:spLocks noGrp="1"/>
          </p:cNvSpPr>
          <p:nvPr>
            <p:ph type="sldNum" sz="quarter" idx="4"/>
          </p:nvPr>
        </p:nvSpPr>
        <p:spPr>
          <a:xfrm>
            <a:off x="6553200" y="6356356"/>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defRPr>
            </a:lvl1pPr>
          </a:lstStyle>
          <a:p>
            <a:fld id="{97B1DD4D-63F8-4EC7-B693-F1F85E5B1C0E}"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FFFCC">
            <a:alpha val="0"/>
          </a:srgbClr>
        </a:solidFill>
        <a:effectLst/>
      </p:bgPr>
    </p:bg>
    <p:spTree>
      <p:nvGrpSpPr>
        <p:cNvPr id="1" name=""/>
        <p:cNvGrpSpPr/>
        <p:nvPr/>
      </p:nvGrpSpPr>
      <p:grpSpPr>
        <a:xfrm>
          <a:off x="0" y="0"/>
          <a:ext cx="0" cy="0"/>
          <a:chOff x="0" y="0"/>
          <a:chExt cx="0" cy="0"/>
        </a:xfrm>
      </p:grpSpPr>
      <p:sp>
        <p:nvSpPr>
          <p:cNvPr id="1048730" name="Rectangle 14"/>
          <p:cNvSpPr>
            <a:spLocks noGrp="1" noChangeArrowheads="1"/>
          </p:cNvSpPr>
          <p:nvPr>
            <p:ph type="body" idx="1"/>
          </p:nvPr>
        </p:nvSpPr>
        <p:spPr bwMode="auto">
          <a:xfrm>
            <a:off x="942975" y="2357438"/>
            <a:ext cx="7889875" cy="3794125"/>
          </a:xfrm>
          <a:prstGeom prst="rect">
            <a:avLst/>
          </a:prstGeom>
          <a:noFill/>
          <a:ln>
            <a:noFill/>
          </a:ln>
        </p:spPr>
        <p:txBody>
          <a:bodyPr vert="horz" wrap="square" lIns="91440" tIns="45720" rIns="91440" bIns="45720" numCol="1" anchor="t" anchorCtr="0" compatLnSpc="1"/>
          <a:lstStyle/>
          <a:p>
            <a:pPr lvl="0"/>
            <a:r>
              <a:rPr lang="en-US"/>
              <a:t>Slide text</a:t>
            </a:r>
          </a:p>
        </p:txBody>
      </p:sp>
      <p:sp>
        <p:nvSpPr>
          <p:cNvPr id="1048731" name="Rectangle 20"/>
          <p:cNvSpPr>
            <a:spLocks noChangeArrowheads="1"/>
          </p:cNvSpPr>
          <p:nvPr/>
        </p:nvSpPr>
        <p:spPr bwMode="auto">
          <a:xfrm>
            <a:off x="2971800" y="0"/>
            <a:ext cx="6172200" cy="627063"/>
          </a:xfrm>
          <a:prstGeom prst="rect">
            <a:avLst/>
          </a:prstGeom>
          <a:solidFill>
            <a:srgbClr val="FDCB0C"/>
          </a:solidFill>
          <a:ln>
            <a:noFill/>
          </a:ln>
        </p:spPr>
        <p:txBody>
          <a:bodyPr wrap="none" anchor="ctr"/>
          <a:lstStyle/>
          <a:p>
            <a:pPr algn="ctr" eaLnBrk="0" hangingPunct="0"/>
            <a:endParaRPr lang="en-US" sz="2400">
              <a:solidFill>
                <a:srgbClr val="000000"/>
              </a:solidFill>
              <a:latin typeface="Times" pitchFamily="18" charset="0"/>
            </a:endParaRPr>
          </a:p>
        </p:txBody>
      </p:sp>
      <p:sp>
        <p:nvSpPr>
          <p:cNvPr id="1048732" name="Rectangle 22"/>
          <p:cNvSpPr>
            <a:spLocks noGrp="1" noChangeArrowheads="1"/>
          </p:cNvSpPr>
          <p:nvPr>
            <p:ph type="title"/>
          </p:nvPr>
        </p:nvSpPr>
        <p:spPr bwMode="auto">
          <a:xfrm>
            <a:off x="938213" y="1531938"/>
            <a:ext cx="7704137" cy="814387"/>
          </a:xfrm>
          <a:prstGeom prst="rect">
            <a:avLst/>
          </a:prstGeom>
          <a:noFill/>
          <a:ln>
            <a:noFill/>
          </a:ln>
        </p:spPr>
        <p:txBody>
          <a:bodyPr vert="horz" wrap="square" lIns="91440" tIns="45720" rIns="91440" bIns="45720" numCol="1" anchor="ctr" anchorCtr="0" compatLnSpc="1"/>
          <a:lstStyle/>
          <a:p>
            <a:pPr lvl="0"/>
            <a:r>
              <a:rPr lang="en-US"/>
              <a:t>Slide Title</a:t>
            </a:r>
          </a:p>
        </p:txBody>
      </p:sp>
      <p:pic>
        <p:nvPicPr>
          <p:cNvPr id="2097167" name="Picture 29" descr="gprec"/>
          <p:cNvPicPr>
            <a:picLocks noChangeAspect="1" noChangeArrowheads="1"/>
          </p:cNvPicPr>
          <p:nvPr/>
        </p:nvPicPr>
        <p:blipFill>
          <a:blip r:embed="rId15">
            <a:clrChange>
              <a:clrFrom>
                <a:srgbClr val="FEFEFE"/>
              </a:clrFrom>
              <a:clrTo>
                <a:srgbClr val="FEFEFE">
                  <a:alpha val="0"/>
                </a:srgbClr>
              </a:clrTo>
            </a:clrChange>
          </a:blip>
          <a:srcRect/>
          <a:stretch>
            <a:fillRect/>
          </a:stretch>
        </p:blipFill>
        <p:spPr bwMode="auto">
          <a:xfrm>
            <a:off x="0" y="0"/>
            <a:ext cx="1828800" cy="708025"/>
          </a:xfrm>
          <a:prstGeom prst="rect">
            <a:avLst/>
          </a:prstGeom>
          <a:noFill/>
          <a:ln>
            <a:noFill/>
          </a:ln>
        </p:spPr>
      </p:pic>
      <p:pic>
        <p:nvPicPr>
          <p:cNvPr id="2097168" name="Picture 30" descr="slogan"/>
          <p:cNvPicPr>
            <a:picLocks noChangeAspect="1" noChangeArrowheads="1"/>
          </p:cNvPicPr>
          <p:nvPr/>
        </p:nvPicPr>
        <p:blipFill>
          <a:blip r:embed="rId16">
            <a:clrChange>
              <a:clrFrom>
                <a:srgbClr val="FCFCFC"/>
              </a:clrFrom>
              <a:clrTo>
                <a:srgbClr val="FCFCFC">
                  <a:alpha val="0"/>
                </a:srgbClr>
              </a:clrTo>
            </a:clrChange>
          </a:blip>
          <a:srcRect/>
          <a:stretch>
            <a:fillRect/>
          </a:stretch>
        </p:blipFill>
        <p:spPr bwMode="auto">
          <a:xfrm>
            <a:off x="6743700" y="6096000"/>
            <a:ext cx="2286000" cy="611188"/>
          </a:xfrm>
          <a:prstGeom prst="rect">
            <a:avLst/>
          </a:prstGeom>
          <a:noFill/>
          <a:ln>
            <a:noFill/>
          </a:ln>
        </p:spPr>
      </p:pic>
      <p:sp>
        <p:nvSpPr>
          <p:cNvPr id="1048733" name="Rectangle 32"/>
          <p:cNvSpPr>
            <a:spLocks noGrp="1" noChangeArrowheads="1"/>
          </p:cNvSpPr>
          <p:nvPr>
            <p:ph type="sldNum" sz="quarter" idx="4"/>
          </p:nvPr>
        </p:nvSpPr>
        <p:spPr bwMode="auto">
          <a:xfrm>
            <a:off x="6780213" y="6215063"/>
            <a:ext cx="2406650" cy="457200"/>
          </a:xfrm>
          <a:prstGeom prst="rect">
            <a:avLst/>
          </a:prstGeom>
          <a:noFill/>
          <a:ln w="9525">
            <a:noFill/>
            <a:miter lim="800000"/>
          </a:ln>
          <a:effectLst/>
        </p:spPr>
        <p:txBody>
          <a:bodyPr vert="horz" wrap="square" lIns="91440" tIns="45720" rIns="91440" bIns="45720" numCol="1" anchor="t" anchorCtr="0" compatLnSpc="1"/>
          <a:lstStyle>
            <a:lvl1pPr algn="r" eaLnBrk="0" hangingPunct="0">
              <a:defRPr sz="1400">
                <a:latin typeface="+mn-lt"/>
              </a:defRPr>
            </a:lvl1pPr>
          </a:lstStyle>
          <a:p>
            <a:fld id="{52590367-E891-4DC4-8E3F-A4680C08E849}" type="slidenum">
              <a:rPr lang="en-US">
                <a:solidFill>
                  <a:srgbClr val="000000"/>
                </a:solidFill>
              </a:rPr>
              <a:pPr/>
              <a:t>‹#›</a:t>
            </a:fld>
            <a:r>
              <a:rPr lang="en-US">
                <a:solidFill>
                  <a:srgbClr val="000000"/>
                </a:solidFill>
              </a:rPr>
              <a:t>/33</a:t>
            </a: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xStyles>
    <p:titleStyle>
      <a:lvl1pPr algn="l" rtl="0" eaLnBrk="0" fontAlgn="base" hangingPunct="0">
        <a:spcBef>
          <a:spcPct val="0"/>
        </a:spcBef>
        <a:spcAft>
          <a:spcPct val="0"/>
        </a:spcAft>
        <a:defRPr sz="3400">
          <a:solidFill>
            <a:schemeClr val="tx1"/>
          </a:solidFill>
          <a:latin typeface="+mj-lt"/>
          <a:ea typeface="+mj-ea"/>
          <a:cs typeface="+mj-cs"/>
        </a:defRPr>
      </a:lvl1pPr>
      <a:lvl2pPr algn="l" rtl="0" eaLnBrk="0" fontAlgn="base" hangingPunct="0">
        <a:spcBef>
          <a:spcPct val="0"/>
        </a:spcBef>
        <a:spcAft>
          <a:spcPct val="0"/>
        </a:spcAft>
        <a:defRPr sz="3400">
          <a:solidFill>
            <a:schemeClr val="tx1"/>
          </a:solidFill>
          <a:latin typeface="Trebuchet MS" panose="020B0603020202020204" pitchFamily="34" charset="0"/>
        </a:defRPr>
      </a:lvl2pPr>
      <a:lvl3pPr algn="l" rtl="0" eaLnBrk="0" fontAlgn="base" hangingPunct="0">
        <a:spcBef>
          <a:spcPct val="0"/>
        </a:spcBef>
        <a:spcAft>
          <a:spcPct val="0"/>
        </a:spcAft>
        <a:defRPr sz="3400">
          <a:solidFill>
            <a:schemeClr val="tx1"/>
          </a:solidFill>
          <a:latin typeface="Trebuchet MS" panose="020B0603020202020204" pitchFamily="34" charset="0"/>
        </a:defRPr>
      </a:lvl3pPr>
      <a:lvl4pPr algn="l" rtl="0" eaLnBrk="0" fontAlgn="base" hangingPunct="0">
        <a:spcBef>
          <a:spcPct val="0"/>
        </a:spcBef>
        <a:spcAft>
          <a:spcPct val="0"/>
        </a:spcAft>
        <a:defRPr sz="3400">
          <a:solidFill>
            <a:schemeClr val="tx1"/>
          </a:solidFill>
          <a:latin typeface="Trebuchet MS" panose="020B0603020202020204" pitchFamily="34" charset="0"/>
        </a:defRPr>
      </a:lvl4pPr>
      <a:lvl5pPr algn="l" rtl="0" eaLnBrk="0" fontAlgn="base" hangingPunct="0">
        <a:spcBef>
          <a:spcPct val="0"/>
        </a:spcBef>
        <a:spcAft>
          <a:spcPct val="0"/>
        </a:spcAft>
        <a:defRPr sz="3400">
          <a:solidFill>
            <a:schemeClr val="tx1"/>
          </a:solidFill>
          <a:latin typeface="Trebuchet MS" panose="020B0603020202020204" pitchFamily="34" charset="0"/>
        </a:defRPr>
      </a:lvl5pPr>
      <a:lvl6pPr marL="457200" algn="l" rtl="0" fontAlgn="base">
        <a:spcBef>
          <a:spcPct val="0"/>
        </a:spcBef>
        <a:spcAft>
          <a:spcPct val="0"/>
        </a:spcAft>
        <a:defRPr sz="3400">
          <a:solidFill>
            <a:schemeClr val="tx1"/>
          </a:solidFill>
          <a:latin typeface="Trebuchet MS" panose="020B0603020202020204" pitchFamily="34" charset="0"/>
        </a:defRPr>
      </a:lvl6pPr>
      <a:lvl7pPr marL="914400" algn="l" rtl="0" fontAlgn="base">
        <a:spcBef>
          <a:spcPct val="0"/>
        </a:spcBef>
        <a:spcAft>
          <a:spcPct val="0"/>
        </a:spcAft>
        <a:defRPr sz="3400">
          <a:solidFill>
            <a:schemeClr val="tx1"/>
          </a:solidFill>
          <a:latin typeface="Trebuchet MS" panose="020B0603020202020204" pitchFamily="34" charset="0"/>
        </a:defRPr>
      </a:lvl7pPr>
      <a:lvl8pPr marL="1371600" algn="l" rtl="0" fontAlgn="base">
        <a:spcBef>
          <a:spcPct val="0"/>
        </a:spcBef>
        <a:spcAft>
          <a:spcPct val="0"/>
        </a:spcAft>
        <a:defRPr sz="3400">
          <a:solidFill>
            <a:schemeClr val="tx1"/>
          </a:solidFill>
          <a:latin typeface="Trebuchet MS" panose="020B0603020202020204" pitchFamily="34" charset="0"/>
        </a:defRPr>
      </a:lvl8pPr>
      <a:lvl9pPr marL="1828800" algn="l" rtl="0" fontAlgn="base">
        <a:spcBef>
          <a:spcPct val="0"/>
        </a:spcBef>
        <a:spcAft>
          <a:spcPct val="0"/>
        </a:spcAft>
        <a:defRPr sz="3400">
          <a:solidFill>
            <a:schemeClr val="tx1"/>
          </a:solidFill>
          <a:latin typeface="Trebuchet MS" panose="020B0603020202020204" pitchFamily="34" charset="0"/>
        </a:defRPr>
      </a:lvl9pPr>
    </p:titleStyle>
    <p:bodyStyle>
      <a:lvl1pPr marL="342900" indent="-342900" algn="l" rtl="0" eaLnBrk="0" fontAlgn="base" hangingPunct="0">
        <a:spcBef>
          <a:spcPct val="20000"/>
        </a:spcBef>
        <a:spcAft>
          <a:spcPct val="0"/>
        </a:spcAft>
        <a:buClr>
          <a:schemeClr val="tx1"/>
        </a:buClr>
        <a:buChar char="•"/>
        <a:defRPr sz="1600">
          <a:solidFill>
            <a:srgbClr val="7F7F79"/>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Arial" panose="020B0604020202020204" pitchFamily="34" charset="0"/>
        </a:defRPr>
      </a:lvl2pPr>
      <a:lvl3pPr marL="1143000" indent="-228600" algn="l" rtl="0" eaLnBrk="0" fontAlgn="base" hangingPunct="0">
        <a:spcBef>
          <a:spcPct val="20000"/>
        </a:spcBef>
        <a:spcAft>
          <a:spcPct val="0"/>
        </a:spcAft>
        <a:buChar char="•"/>
        <a:defRPr sz="2400">
          <a:solidFill>
            <a:schemeClr val="tx1"/>
          </a:solidFill>
          <a:latin typeface="Arial" panose="020B0604020202020204" pitchFamily="34" charset="0"/>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defRPr>
      </a:lvl5pPr>
      <a:lvl6pPr marL="2514600" indent="-228600" algn="l" rtl="0" fontAlgn="base">
        <a:spcBef>
          <a:spcPct val="20000"/>
        </a:spcBef>
        <a:spcAft>
          <a:spcPct val="0"/>
        </a:spcAft>
        <a:buChar char="»"/>
        <a:defRPr sz="2000">
          <a:solidFill>
            <a:schemeClr val="tx1"/>
          </a:solidFill>
          <a:latin typeface="Arial" panose="020B0604020202020204" pitchFamily="34" charset="0"/>
        </a:defRPr>
      </a:lvl6pPr>
      <a:lvl7pPr marL="2971800" indent="-228600" algn="l" rtl="0" fontAlgn="base">
        <a:spcBef>
          <a:spcPct val="20000"/>
        </a:spcBef>
        <a:spcAft>
          <a:spcPct val="0"/>
        </a:spcAft>
        <a:buChar char="»"/>
        <a:defRPr sz="2000">
          <a:solidFill>
            <a:schemeClr val="tx1"/>
          </a:solidFill>
          <a:latin typeface="Arial" panose="020B0604020202020204" pitchFamily="34" charset="0"/>
        </a:defRPr>
      </a:lvl7pPr>
      <a:lvl8pPr marL="3429000" indent="-228600" algn="l" rtl="0" fontAlgn="base">
        <a:spcBef>
          <a:spcPct val="20000"/>
        </a:spcBef>
        <a:spcAft>
          <a:spcPct val="0"/>
        </a:spcAft>
        <a:buChar char="»"/>
        <a:defRPr sz="2000">
          <a:solidFill>
            <a:schemeClr val="tx1"/>
          </a:solidFill>
          <a:latin typeface="Arial" panose="020B0604020202020204" pitchFamily="34" charset="0"/>
        </a:defRPr>
      </a:lvl8pPr>
      <a:lvl9pPr marL="3886200" indent="-228600" algn="l" rtl="0" fontAlgn="base">
        <a:spcBef>
          <a:spcPct val="20000"/>
        </a:spcBef>
        <a:spcAft>
          <a:spcPct val="0"/>
        </a:spcAft>
        <a:buChar char="»"/>
        <a:defRPr sz="2000">
          <a:solidFill>
            <a:schemeClr val="tx1"/>
          </a:solidFill>
          <a:latin typeface="Arial" panose="020B060402020202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lum/>
          </a:blip>
          <a:srcRect/>
          <a:stretch>
            <a:fillRect l="-2000" r="-2000"/>
          </a:stretch>
        </a:blip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7"/>
            <a:ext cx="8229600" cy="1143000"/>
          </a:xfrm>
          <a:prstGeom prst="rect">
            <a:avLst/>
          </a:prstGeom>
          <a:noFill/>
          <a:ln w="9525">
            <a:noFill/>
            <a:miter lim="800000"/>
          </a:ln>
        </p:spPr>
        <p:txBody>
          <a:bodyPr vert="horz" wrap="square" lIns="91440" tIns="45720" rIns="91440" bIns="45720" numCol="1" anchor="ctr" anchorCtr="0" compatLnSpc="1"/>
          <a:lstStyle/>
          <a:p>
            <a:pPr lvl="0"/>
            <a:r>
              <a:rPr lang="en-US"/>
              <a:t>Click to edit Master title style</a:t>
            </a:r>
          </a:p>
        </p:txBody>
      </p:sp>
      <p:sp>
        <p:nvSpPr>
          <p:cNvPr id="1027" name="Text Placeholder 2"/>
          <p:cNvSpPr>
            <a:spLocks noGrp="1"/>
          </p:cNvSpPr>
          <p:nvPr>
            <p:ph type="body" idx="1"/>
          </p:nvPr>
        </p:nvSpPr>
        <p:spPr bwMode="auto">
          <a:xfrm>
            <a:off x="457200" y="1600206"/>
            <a:ext cx="8229600" cy="4525963"/>
          </a:xfrm>
          <a:prstGeom prst="rect">
            <a:avLst/>
          </a:prstGeom>
          <a:noFill/>
          <a:ln w="9525">
            <a:noFill/>
            <a:miter lim="800000"/>
          </a:ln>
        </p:spPr>
        <p:txBody>
          <a:bodyPr vert="horz" wrap="square" lIns="91440" tIns="45720" rIns="91440" bIns="45720" numCol="1" anchor="t" anchorCtr="0" compatLnSpc="1"/>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6"/>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defRPr>
            </a:lvl1pPr>
          </a:lstStyle>
          <a:p>
            <a:pPr>
              <a:defRPr/>
            </a:pPr>
            <a:fld id="{7CEEEAB8-7E17-497A-821C-77337C4DAA47}" type="datetimeFigureOut">
              <a:rPr lang="en-US"/>
              <a:pPr>
                <a:defRPr/>
              </a:pPr>
              <a:t>3/9/2026</a:t>
            </a:fld>
            <a:endParaRPr lang="en-US" dirty="0"/>
          </a:p>
        </p:txBody>
      </p:sp>
      <p:sp>
        <p:nvSpPr>
          <p:cNvPr id="5" name="Footer Placeholder 4"/>
          <p:cNvSpPr>
            <a:spLocks noGrp="1"/>
          </p:cNvSpPr>
          <p:nvPr>
            <p:ph type="ftr" sz="quarter" idx="3"/>
          </p:nvPr>
        </p:nvSpPr>
        <p:spPr>
          <a:xfrm>
            <a:off x="3124200" y="6356356"/>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defRPr>
            </a:lvl1pPr>
          </a:lstStyle>
          <a:p>
            <a:pPr>
              <a:defRPr/>
            </a:pPr>
            <a:endParaRPr lang="en-US" dirty="0"/>
          </a:p>
        </p:txBody>
      </p:sp>
      <p:sp>
        <p:nvSpPr>
          <p:cNvPr id="6" name="Slide Number Placeholder 5"/>
          <p:cNvSpPr>
            <a:spLocks noGrp="1"/>
          </p:cNvSpPr>
          <p:nvPr>
            <p:ph type="sldNum" sz="quarter" idx="4"/>
          </p:nvPr>
        </p:nvSpPr>
        <p:spPr>
          <a:xfrm>
            <a:off x="6553200" y="6356356"/>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defRPr>
            </a:lvl1pPr>
          </a:lstStyle>
          <a:p>
            <a:pPr>
              <a:defRPr/>
            </a:pPr>
            <a:fld id="{97B1DD4D-63F8-4EC7-B693-F1F85E5B1C0E}"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1.jpe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0" name="TextBox 3"/>
          <p:cNvSpPr txBox="1"/>
          <p:nvPr/>
        </p:nvSpPr>
        <p:spPr>
          <a:xfrm>
            <a:off x="48087" y="5347850"/>
            <a:ext cx="9102436" cy="916685"/>
          </a:xfrm>
          <a:prstGeom prst="rect">
            <a:avLst/>
          </a:prstGeom>
          <a:noFill/>
        </p:spPr>
        <p:txBody>
          <a:bodyPr wrap="square">
            <a:spAutoFit/>
          </a:bodyPr>
          <a:lstStyle/>
          <a:p>
            <a:pPr algn="ctr"/>
            <a:r>
              <a:rPr lang="en-US" sz="2300" b="1" dirty="0">
                <a:solidFill>
                  <a:srgbClr val="C00000"/>
                </a:solidFill>
                <a:latin typeface="dosis"/>
                <a:cs typeface="Times New Roman" panose="02020603050405020304" charset="0"/>
              </a:rPr>
              <a:t>G PULLAIAH COLLEGE OF ENGINEERING AND TECHNOLOGY</a:t>
            </a:r>
          </a:p>
          <a:p>
            <a:pPr algn="ctr"/>
            <a:r>
              <a:rPr lang="en-US" b="1" dirty="0">
                <a:latin typeface="+mj-lt"/>
                <a:ea typeface="Calibri" panose="020F0502020204030204"/>
                <a:cs typeface="Calibri" panose="020F0502020204030204"/>
              </a:rPr>
              <a:t>(An Autonomous Institute affiliated to JNTUA, </a:t>
            </a:r>
            <a:r>
              <a:rPr lang="en-US" b="1" dirty="0" err="1">
                <a:latin typeface="+mj-lt"/>
                <a:ea typeface="Calibri" panose="020F0502020204030204"/>
                <a:cs typeface="Calibri" panose="020F0502020204030204"/>
              </a:rPr>
              <a:t>Ananthapuramu</a:t>
            </a:r>
            <a:r>
              <a:rPr lang="en-US" b="1" dirty="0">
                <a:latin typeface="+mj-lt"/>
                <a:ea typeface="Calibri" panose="020F0502020204030204"/>
                <a:cs typeface="Calibri" panose="020F0502020204030204"/>
              </a:rPr>
              <a:t>)</a:t>
            </a:r>
            <a:endParaRPr lang="en-US" b="1" dirty="0">
              <a:solidFill>
                <a:srgbClr val="FF0000"/>
              </a:solidFill>
              <a:latin typeface="+mj-lt"/>
              <a:cs typeface="Times New Roman" panose="02020603050405020304" charset="0"/>
            </a:endParaRPr>
          </a:p>
        </p:txBody>
      </p:sp>
      <p:sp>
        <p:nvSpPr>
          <p:cNvPr id="1048622" name="Title 1"/>
          <p:cNvSpPr txBox="1"/>
          <p:nvPr/>
        </p:nvSpPr>
        <p:spPr bwMode="auto">
          <a:xfrm>
            <a:off x="170385" y="1107378"/>
            <a:ext cx="8866111" cy="1477327"/>
          </a:xfrm>
          <a:prstGeom prst="rect">
            <a:avLst/>
          </a:prstGeom>
          <a:noFill/>
          <a:ln w="9525">
            <a:noFill/>
            <a:miter lim="800000"/>
          </a:ln>
        </p:spPr>
        <p:txBody>
          <a:bodyPr vert="horz" wrap="square" lIns="91440" tIns="45720" rIns="91440" bIns="45720" numCol="1" anchor="ctr" anchorCtr="0" compatLnSpc="1"/>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a:lstStyle>
          <a:p>
            <a:r>
              <a:rPr lang="en-US" sz="2500" dirty="0">
                <a:solidFill>
                  <a:schemeClr val="accent6">
                    <a:lumMod val="50000"/>
                  </a:schemeClr>
                </a:solidFill>
                <a:latin typeface="Times New Roman" panose="02020603050405020304" pitchFamily="18" charset="0"/>
                <a:cs typeface="Times New Roman" panose="02020603050405020304" pitchFamily="18" charset="0"/>
              </a:rPr>
              <a:t>Next-Gen Intelligent Vehicle System for Enhanced Safety and Secure Access</a:t>
            </a:r>
          </a:p>
        </p:txBody>
      </p:sp>
      <p:sp>
        <p:nvSpPr>
          <p:cNvPr id="1048623" name="Rectangle 2"/>
          <p:cNvSpPr/>
          <p:nvPr/>
        </p:nvSpPr>
        <p:spPr>
          <a:xfrm>
            <a:off x="2411760" y="2349702"/>
            <a:ext cx="4572000" cy="1477328"/>
          </a:xfrm>
          <a:prstGeom prst="rect">
            <a:avLst/>
          </a:prstGeom>
        </p:spPr>
        <p:txBody>
          <a:bodyPr wrap="square">
            <a:spAutoFit/>
          </a:bodyPr>
          <a:lstStyle/>
          <a:p>
            <a:pPr algn="ctr" eaLnBrk="1" hangingPunct="1"/>
            <a:r>
              <a:rPr lang="en-IN" altLang="en-US" b="1" dirty="0">
                <a:solidFill>
                  <a:srgbClr val="0070C0"/>
                </a:solidFill>
                <a:latin typeface="Times New Roman" panose="02020603050405020304" charset="0"/>
                <a:cs typeface="Times New Roman" panose="02020603050405020304" charset="0"/>
              </a:rPr>
              <a:t>BY</a:t>
            </a:r>
            <a:endParaRPr lang="en-US" altLang="en-US" b="1" dirty="0">
              <a:solidFill>
                <a:srgbClr val="0070C0"/>
              </a:solidFill>
              <a:latin typeface="Times New Roman" panose="02020603050405020304" charset="0"/>
              <a:cs typeface="Times New Roman" panose="02020603050405020304" charset="0"/>
            </a:endParaRPr>
          </a:p>
          <a:p>
            <a:pPr algn="ctr" eaLnBrk="1" hangingPunct="1"/>
            <a:r>
              <a:rPr lang="en-US" altLang="en-US" b="1" dirty="0">
                <a:latin typeface="Trebuchet MS" panose="020B0603020202020204" pitchFamily="34" charset="0"/>
                <a:cs typeface="Times New Roman" panose="02020603050405020304" charset="0"/>
              </a:rPr>
              <a:t>PINJARI APSAR (23AT5A3507)</a:t>
            </a:r>
          </a:p>
          <a:p>
            <a:pPr algn="ctr" eaLnBrk="1" hangingPunct="1"/>
            <a:r>
              <a:rPr lang="en-US" altLang="en-US" b="1" dirty="0">
                <a:latin typeface="Trebuchet MS" panose="020B0603020202020204" pitchFamily="34" charset="0"/>
                <a:cs typeface="Times New Roman" panose="02020603050405020304" charset="0"/>
              </a:rPr>
              <a:t>SHAIK YAHIYA AHAMMED (22AT1A3539)</a:t>
            </a:r>
          </a:p>
          <a:p>
            <a:pPr algn="ctr" eaLnBrk="1" hangingPunct="1"/>
            <a:r>
              <a:rPr lang="en-US" altLang="en-US" b="1" dirty="0">
                <a:latin typeface="Trebuchet MS" panose="020B0603020202020204" pitchFamily="34" charset="0"/>
                <a:cs typeface="Times New Roman" panose="02020603050405020304" charset="0"/>
              </a:rPr>
              <a:t>KATIKA NASEER (23AT5A3504)</a:t>
            </a:r>
          </a:p>
          <a:p>
            <a:pPr algn="ctr" eaLnBrk="1" hangingPunct="1"/>
            <a:r>
              <a:rPr lang="en-US" altLang="en-US" b="1" dirty="0">
                <a:latin typeface="Trebuchet MS" panose="020B0603020202020204" pitchFamily="34" charset="0"/>
                <a:cs typeface="Times New Roman" panose="02020603050405020304" charset="0"/>
              </a:rPr>
              <a:t>KATIKA JAYAPRAKASH (22AT1A3516)</a:t>
            </a:r>
          </a:p>
        </p:txBody>
      </p:sp>
      <p:graphicFrame>
        <p:nvGraphicFramePr>
          <p:cNvPr id="4194304" name="Table 5"/>
          <p:cNvGraphicFramePr>
            <a:graphicFrameLocks noGrp="1"/>
          </p:cNvGraphicFramePr>
          <p:nvPr>
            <p:extLst>
              <p:ext uri="{D42A27DB-BD31-4B8C-83A1-F6EECF244321}">
                <p14:modId xmlns:p14="http://schemas.microsoft.com/office/powerpoint/2010/main" val="1726770481"/>
              </p:ext>
            </p:extLst>
          </p:nvPr>
        </p:nvGraphicFramePr>
        <p:xfrm>
          <a:off x="1547664" y="3988872"/>
          <a:ext cx="6755514" cy="1215829"/>
        </p:xfrm>
        <a:graphic>
          <a:graphicData uri="http://schemas.openxmlformats.org/drawingml/2006/table">
            <a:tbl>
              <a:tblPr firstRow="1" bandRow="1">
                <a:tableStyleId>{2D5ABB26-0587-4C30-8999-92F81FD0307C}</a:tableStyleId>
              </a:tblPr>
              <a:tblGrid>
                <a:gridCol w="6755514">
                  <a:extLst>
                    <a:ext uri="{9D8B030D-6E8A-4147-A177-3AD203B41FA5}">
                      <a16:colId xmlns:a16="http://schemas.microsoft.com/office/drawing/2014/main" val="20000"/>
                    </a:ext>
                  </a:extLst>
                </a:gridCol>
              </a:tblGrid>
              <a:tr h="1215829">
                <a:tc>
                  <a:txBody>
                    <a:bodyPr/>
                    <a:lstStyle/>
                    <a:p>
                      <a:pPr marL="0" marR="0" indent="0" algn="ctr" defTabSz="685800" rtl="0" eaLnBrk="1" fontAlgn="auto" latinLnBrk="0" hangingPunct="1">
                        <a:lnSpc>
                          <a:spcPct val="100000"/>
                        </a:lnSpc>
                        <a:spcBef>
                          <a:spcPts val="0"/>
                        </a:spcBef>
                        <a:spcAft>
                          <a:spcPts val="0"/>
                        </a:spcAft>
                        <a:buClrTx/>
                        <a:buSzTx/>
                        <a:buFontTx/>
                        <a:buNone/>
                      </a:pPr>
                      <a:r>
                        <a:rPr lang="en-US" sz="2000" b="1" dirty="0">
                          <a:solidFill>
                            <a:srgbClr val="C00000"/>
                          </a:solidFill>
                          <a:latin typeface="Trebuchet MS" panose="020B0603020202020204" pitchFamily="34" charset="0"/>
                          <a:cs typeface="Times New Roman" panose="02020603050405020304" charset="0"/>
                        </a:rPr>
                        <a:t>Under the Supervision of</a:t>
                      </a:r>
                      <a:endParaRPr lang="en-US" sz="2400" b="1" dirty="0">
                        <a:solidFill>
                          <a:srgbClr val="C00000"/>
                        </a:solidFill>
                        <a:latin typeface="Trebuchet MS" panose="020B0603020202020204" pitchFamily="34" charset="0"/>
                        <a:cs typeface="Times New Roman" panose="02020603050405020304" charset="0"/>
                      </a:endParaRPr>
                    </a:p>
                    <a:p>
                      <a:pPr marL="0" marR="0" indent="0" algn="ctr" defTabSz="685800" rtl="0" eaLnBrk="1" fontAlgn="auto" latinLnBrk="0" hangingPunct="1">
                        <a:lnSpc>
                          <a:spcPct val="100000"/>
                        </a:lnSpc>
                        <a:spcBef>
                          <a:spcPts val="0"/>
                        </a:spcBef>
                        <a:spcAft>
                          <a:spcPts val="0"/>
                        </a:spcAft>
                        <a:buClrTx/>
                        <a:buSzTx/>
                        <a:buFontTx/>
                        <a:buNone/>
                      </a:pPr>
                      <a:endParaRPr lang="en-US" sz="1000" b="1" u="sng" dirty="0">
                        <a:solidFill>
                          <a:srgbClr val="00B050"/>
                        </a:solidFill>
                        <a:latin typeface="Trebuchet MS" panose="020B0603020202020204" pitchFamily="34" charset="0"/>
                        <a:cs typeface="Times New Roman" panose="02020603050405020304" charset="0"/>
                      </a:endParaRPr>
                    </a:p>
                    <a:p>
                      <a:pPr algn="ctr"/>
                      <a:r>
                        <a:rPr lang="en-US" sz="2000" b="1" baseline="0" dirty="0">
                          <a:solidFill>
                            <a:srgbClr val="FF0000"/>
                          </a:solidFill>
                          <a:latin typeface="Trebuchet MS" panose="020B0603020202020204" pitchFamily="34" charset="0"/>
                          <a:cs typeface="Times New Roman" panose="02020603050405020304" charset="0"/>
                        </a:rPr>
                        <a:t>P.VISHNU KUMAR </a:t>
                      </a:r>
                      <a:r>
                        <a:rPr lang="en-US" sz="1200" b="1" baseline="0" dirty="0" err="1">
                          <a:solidFill>
                            <a:srgbClr val="FF0000"/>
                          </a:solidFill>
                          <a:latin typeface="Trebuchet MS" panose="020B0603020202020204" pitchFamily="34" charset="0"/>
                          <a:cs typeface="Times New Roman" panose="02020603050405020304" charset="0"/>
                        </a:rPr>
                        <a:t>M.Tech</a:t>
                      </a:r>
                      <a:r>
                        <a:rPr lang="en-US" sz="1200" b="1" baseline="0" dirty="0">
                          <a:solidFill>
                            <a:srgbClr val="FF0000"/>
                          </a:solidFill>
                          <a:latin typeface="Trebuchet MS" panose="020B0603020202020204" pitchFamily="34" charset="0"/>
                          <a:cs typeface="Times New Roman" panose="02020603050405020304" charset="0"/>
                        </a:rPr>
                        <a:t>, (</a:t>
                      </a:r>
                      <a:r>
                        <a:rPr lang="en-US" sz="1200" b="1" baseline="0" dirty="0" err="1">
                          <a:solidFill>
                            <a:srgbClr val="FF0000"/>
                          </a:solidFill>
                          <a:latin typeface="Trebuchet MS" panose="020B0603020202020204" pitchFamily="34" charset="0"/>
                          <a:cs typeface="Times New Roman" panose="02020603050405020304" charset="0"/>
                        </a:rPr>
                        <a:t>Ph.D</a:t>
                      </a:r>
                      <a:r>
                        <a:rPr lang="en-US" sz="1200" b="1" baseline="0" dirty="0">
                          <a:solidFill>
                            <a:srgbClr val="FF0000"/>
                          </a:solidFill>
                          <a:latin typeface="Trebuchet MS" panose="020B0603020202020204" pitchFamily="34" charset="0"/>
                          <a:cs typeface="Times New Roman" panose="02020603050405020304" charset="0"/>
                        </a:rPr>
                        <a:t>).</a:t>
                      </a:r>
                      <a:endParaRPr lang="en-US" sz="1050" b="1" dirty="0">
                        <a:solidFill>
                          <a:srgbClr val="FF0000"/>
                        </a:solidFill>
                        <a:latin typeface="Trebuchet MS" panose="020B0603020202020204" pitchFamily="34" charset="0"/>
                        <a:cs typeface="Times New Roman" panose="02020603050405020304" charset="0"/>
                      </a:endParaRPr>
                    </a:p>
                  </a:txBody>
                  <a:tcPr marT="45751" marB="45751"/>
                </a:tc>
                <a:extLst>
                  <a:ext uri="{0D108BD9-81ED-4DB2-BD59-A6C34878D82A}">
                    <a16:rowId xmlns:a16="http://schemas.microsoft.com/office/drawing/2014/main" val="10000"/>
                  </a:ext>
                </a:extLst>
              </a:tr>
            </a:tbl>
          </a:graphicData>
        </a:graphic>
      </p:graphicFrame>
      <p:sp>
        <p:nvSpPr>
          <p:cNvPr id="4" name="Title 1"/>
          <p:cNvSpPr>
            <a:spLocks noGrp="1"/>
          </p:cNvSpPr>
          <p:nvPr>
            <p:ph type="ctrTitle"/>
          </p:nvPr>
        </p:nvSpPr>
        <p:spPr>
          <a:xfrm rot="10800000" flipV="1">
            <a:off x="685800" y="4953000"/>
            <a:ext cx="7772400" cy="504034"/>
          </a:xfrm>
        </p:spPr>
        <p:txBody>
          <a:bodyPr/>
          <a:lstStyle/>
          <a:p>
            <a:pPr>
              <a:spcAft>
                <a:spcPts val="300"/>
              </a:spcAft>
            </a:pPr>
            <a:r>
              <a:rPr lang="en-US" sz="2000" b="1" dirty="0">
                <a:solidFill>
                  <a:srgbClr val="000099"/>
                </a:solidFill>
                <a:latin typeface="dosis"/>
                <a:cs typeface="Times New Roman" panose="02020603050405020304" charset="0"/>
              </a:rPr>
              <a:t>DEPARTMENT OF COMPUTER SCIENCE AND  ENGINEERING (IOT)</a:t>
            </a:r>
            <a:endParaRPr lang="en-IN" sz="2400" b="1" dirty="0">
              <a:solidFill>
                <a:srgbClr val="000099"/>
              </a:solidFill>
              <a:latin typeface="dosis"/>
              <a:cs typeface="Times New Roman" panose="0202060305040502030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4" name="AutoShape 4" descr="Inline image 1"/>
          <p:cNvSpPr>
            <a:spLocks noChangeAspect="1" noChangeArrowheads="1"/>
          </p:cNvSpPr>
          <p:nvPr/>
        </p:nvSpPr>
        <p:spPr bwMode="auto">
          <a:xfrm>
            <a:off x="155575" y="-144463"/>
            <a:ext cx="304800" cy="304801"/>
          </a:xfrm>
          <a:prstGeom prst="rect">
            <a:avLst/>
          </a:prstGeom>
          <a:noFill/>
          <a:ln w="9525">
            <a:noFill/>
            <a:miter lim="800000"/>
          </a:ln>
        </p:spPr>
        <p:txBody>
          <a:bodyPr/>
          <a:lstStyle/>
          <a:p>
            <a:endParaRPr lang="en-IN">
              <a:solidFill>
                <a:prstClr val="black"/>
              </a:solidFill>
              <a:latin typeface="Calibri" panose="020F0502020204030204" pitchFamily="34" charset="0"/>
            </a:endParaRPr>
          </a:p>
        </p:txBody>
      </p:sp>
      <p:sp>
        <p:nvSpPr>
          <p:cNvPr id="1048625" name="AutoShape 6" descr="Inline image 1"/>
          <p:cNvSpPr>
            <a:spLocks noChangeAspect="1" noChangeArrowheads="1"/>
          </p:cNvSpPr>
          <p:nvPr/>
        </p:nvSpPr>
        <p:spPr bwMode="auto">
          <a:xfrm>
            <a:off x="155575" y="-144463"/>
            <a:ext cx="304800" cy="304801"/>
          </a:xfrm>
          <a:prstGeom prst="rect">
            <a:avLst/>
          </a:prstGeom>
          <a:noFill/>
          <a:ln w="9525">
            <a:noFill/>
            <a:miter lim="800000"/>
          </a:ln>
        </p:spPr>
        <p:txBody>
          <a:bodyPr/>
          <a:lstStyle/>
          <a:p>
            <a:endParaRPr lang="en-IN">
              <a:solidFill>
                <a:prstClr val="black"/>
              </a:solidFill>
              <a:latin typeface="Calibri" panose="020F0502020204030204" pitchFamily="34" charset="0"/>
            </a:endParaRPr>
          </a:p>
        </p:txBody>
      </p:sp>
      <p:sp>
        <p:nvSpPr>
          <p:cNvPr id="1048626" name="AutoShape 8" descr="Inline image 1"/>
          <p:cNvSpPr>
            <a:spLocks noChangeAspect="1" noChangeArrowheads="1"/>
          </p:cNvSpPr>
          <p:nvPr/>
        </p:nvSpPr>
        <p:spPr bwMode="auto">
          <a:xfrm>
            <a:off x="155575" y="-144463"/>
            <a:ext cx="304800" cy="304801"/>
          </a:xfrm>
          <a:prstGeom prst="rect">
            <a:avLst/>
          </a:prstGeom>
          <a:noFill/>
          <a:ln w="9525">
            <a:noFill/>
            <a:miter lim="800000"/>
          </a:ln>
        </p:spPr>
        <p:txBody>
          <a:bodyPr/>
          <a:lstStyle/>
          <a:p>
            <a:endParaRPr lang="en-IN">
              <a:solidFill>
                <a:prstClr val="black"/>
              </a:solidFill>
              <a:latin typeface="Calibri" panose="020F0502020204030204" pitchFamily="34" charset="0"/>
            </a:endParaRPr>
          </a:p>
        </p:txBody>
      </p:sp>
      <p:sp>
        <p:nvSpPr>
          <p:cNvPr id="1048627" name="TextBox 19"/>
          <p:cNvSpPr txBox="1">
            <a:spLocks noChangeArrowheads="1"/>
          </p:cNvSpPr>
          <p:nvPr/>
        </p:nvSpPr>
        <p:spPr bwMode="auto">
          <a:xfrm>
            <a:off x="325284" y="980728"/>
            <a:ext cx="8423180" cy="5909310"/>
          </a:xfrm>
          <a:prstGeom prst="rect">
            <a:avLst/>
          </a:prstGeom>
          <a:noFill/>
          <a:ln w="9525">
            <a:noFill/>
            <a:miter lim="800000"/>
          </a:ln>
        </p:spPr>
        <p:txBody>
          <a:bodyPr wrap="square" lIns="91440" tIns="45720" rIns="91440" bIns="45720" anchor="t">
            <a:spAutoFit/>
          </a:bodyPr>
          <a:lstStyle/>
          <a:p>
            <a:pPr marL="342900" indent="-342900" algn="just">
              <a:lnSpc>
                <a:spcPct val="150000"/>
              </a:lnSpc>
              <a:buAutoNum type="arabicPeriod"/>
            </a:pPr>
            <a:r>
              <a:rPr lang="en-US" sz="1900" b="1" dirty="0">
                <a:solidFill>
                  <a:srgbClr val="000099"/>
                </a:solidFill>
                <a:latin typeface="Arial Black" panose="020B0A04020102020204"/>
              </a:rPr>
              <a:t>Problem Statement</a:t>
            </a:r>
          </a:p>
          <a:p>
            <a:pPr marL="342900" indent="-342900" algn="just">
              <a:lnSpc>
                <a:spcPct val="150000"/>
              </a:lnSpc>
              <a:buAutoNum type="arabicPeriod"/>
            </a:pPr>
            <a:r>
              <a:rPr lang="en-US" sz="1900" b="1" dirty="0">
                <a:solidFill>
                  <a:srgbClr val="000099"/>
                </a:solidFill>
                <a:latin typeface="Arial Black" panose="020B0A04020102020204"/>
              </a:rPr>
              <a:t>Motivation </a:t>
            </a:r>
          </a:p>
          <a:p>
            <a:pPr marL="342900" indent="-342900" algn="just">
              <a:lnSpc>
                <a:spcPct val="150000"/>
              </a:lnSpc>
              <a:buAutoNum type="arabicPeriod"/>
            </a:pPr>
            <a:r>
              <a:rPr lang="en-US" sz="1900" b="1" dirty="0">
                <a:solidFill>
                  <a:srgbClr val="000099"/>
                </a:solidFill>
                <a:latin typeface="Arial Black" panose="020B0A04020102020204"/>
              </a:rPr>
              <a:t>Objectives</a:t>
            </a:r>
          </a:p>
          <a:p>
            <a:pPr marL="342900" indent="-342900" algn="just">
              <a:lnSpc>
                <a:spcPct val="150000"/>
              </a:lnSpc>
              <a:buAutoNum type="arabicPeriod"/>
            </a:pPr>
            <a:r>
              <a:rPr lang="en-US" sz="1900" b="1" dirty="0">
                <a:solidFill>
                  <a:srgbClr val="000099"/>
                </a:solidFill>
                <a:latin typeface="Arial Black" panose="020B0A04020102020204"/>
              </a:rPr>
              <a:t>Abstract</a:t>
            </a:r>
          </a:p>
          <a:p>
            <a:pPr marL="342900" indent="-342900" algn="just">
              <a:lnSpc>
                <a:spcPct val="150000"/>
              </a:lnSpc>
              <a:buAutoNum type="arabicPeriod"/>
            </a:pPr>
            <a:r>
              <a:rPr lang="en-US" sz="1900" b="1" dirty="0">
                <a:solidFill>
                  <a:srgbClr val="000099"/>
                </a:solidFill>
                <a:latin typeface="Arial Black" panose="020B0A04020102020204"/>
              </a:rPr>
              <a:t>Introduction</a:t>
            </a:r>
          </a:p>
          <a:p>
            <a:pPr marL="342900" indent="-342900" algn="just">
              <a:lnSpc>
                <a:spcPct val="150000"/>
              </a:lnSpc>
              <a:buAutoNum type="arabicPeriod"/>
            </a:pPr>
            <a:r>
              <a:rPr lang="en-US" sz="1900" b="1" dirty="0">
                <a:solidFill>
                  <a:srgbClr val="000099"/>
                </a:solidFill>
                <a:latin typeface="Arial Black" panose="020B0A04020102020204"/>
              </a:rPr>
              <a:t>Existing system</a:t>
            </a:r>
          </a:p>
          <a:p>
            <a:pPr marL="342900" indent="-342900" algn="just">
              <a:lnSpc>
                <a:spcPct val="150000"/>
              </a:lnSpc>
              <a:buAutoNum type="arabicPeriod"/>
            </a:pPr>
            <a:r>
              <a:rPr lang="en-US" sz="1900" b="1" dirty="0">
                <a:solidFill>
                  <a:srgbClr val="000099"/>
                </a:solidFill>
                <a:latin typeface="Arial Black" panose="020B0A04020102020204"/>
              </a:rPr>
              <a:t>Proposed System Block Diagram</a:t>
            </a:r>
          </a:p>
          <a:p>
            <a:pPr marL="342900" indent="-342900" algn="just">
              <a:lnSpc>
                <a:spcPct val="150000"/>
              </a:lnSpc>
              <a:buAutoNum type="arabicPeriod"/>
            </a:pPr>
            <a:r>
              <a:rPr lang="en-US" sz="1900" b="1" dirty="0">
                <a:solidFill>
                  <a:srgbClr val="000099"/>
                </a:solidFill>
                <a:latin typeface="Arial Black" panose="020B0A04020102020204"/>
              </a:rPr>
              <a:t>Explanation of Block Diagram</a:t>
            </a:r>
          </a:p>
          <a:p>
            <a:pPr marL="342900" indent="-342900" algn="just">
              <a:lnSpc>
                <a:spcPct val="150000"/>
              </a:lnSpc>
              <a:buAutoNum type="arabicPeriod"/>
            </a:pPr>
            <a:r>
              <a:rPr lang="en-US" sz="1900" b="1" dirty="0">
                <a:solidFill>
                  <a:srgbClr val="000099"/>
                </a:solidFill>
                <a:latin typeface="Arial Black" panose="020B0A04020102020204"/>
              </a:rPr>
              <a:t>Software Tools Used</a:t>
            </a:r>
          </a:p>
          <a:p>
            <a:pPr marL="342900" indent="-342900" algn="just">
              <a:lnSpc>
                <a:spcPct val="150000"/>
              </a:lnSpc>
              <a:buAutoNum type="arabicPeriod"/>
            </a:pPr>
            <a:r>
              <a:rPr lang="en-US" sz="1900" b="1" dirty="0">
                <a:solidFill>
                  <a:srgbClr val="000099"/>
                </a:solidFill>
                <a:latin typeface="Arial Black" panose="020B0A04020102020204"/>
              </a:rPr>
              <a:t>Hardware Tools Used</a:t>
            </a:r>
          </a:p>
          <a:p>
            <a:pPr marL="342900" indent="-342900" algn="just">
              <a:lnSpc>
                <a:spcPct val="150000"/>
              </a:lnSpc>
              <a:buAutoNum type="arabicPeriod"/>
            </a:pPr>
            <a:r>
              <a:rPr lang="en-US" sz="1900" b="1" dirty="0">
                <a:solidFill>
                  <a:srgbClr val="000099"/>
                </a:solidFill>
                <a:latin typeface="Arial Black" panose="020B0A04020102020204"/>
              </a:rPr>
              <a:t>Advantages and Applications</a:t>
            </a:r>
          </a:p>
          <a:p>
            <a:pPr marL="342900" indent="-342900" algn="just">
              <a:lnSpc>
                <a:spcPct val="150000"/>
              </a:lnSpc>
              <a:buAutoNum type="arabicPeriod"/>
            </a:pPr>
            <a:endParaRPr lang="en-IN" sz="1900" b="1" dirty="0">
              <a:solidFill>
                <a:srgbClr val="000099"/>
              </a:solidFill>
              <a:latin typeface="Arial Black" panose="020B0A04020102020204"/>
            </a:endParaRPr>
          </a:p>
          <a:p>
            <a:pPr marL="342900" indent="-342900" algn="just">
              <a:buAutoNum type="arabicPeriod"/>
            </a:pPr>
            <a:endParaRPr lang="en-IN" b="1" dirty="0">
              <a:solidFill>
                <a:srgbClr val="000099"/>
              </a:solidFill>
              <a:latin typeface="Arial Black" panose="020B0A04020102020204" pitchFamily="34" charset="0"/>
            </a:endParaRPr>
          </a:p>
          <a:p>
            <a:pPr marL="342900" indent="-342900" algn="just">
              <a:buAutoNum type="arabicPeriod"/>
            </a:pPr>
            <a:endParaRPr lang="en-IN" b="1" dirty="0">
              <a:solidFill>
                <a:srgbClr val="000099"/>
              </a:solidFill>
              <a:latin typeface="Arial Black" panose="020B0A04020102020204" pitchFamily="34" charset="0"/>
            </a:endParaRPr>
          </a:p>
        </p:txBody>
      </p:sp>
      <p:sp>
        <p:nvSpPr>
          <p:cNvPr id="1048628" name="Slide Number Placeholder 20"/>
          <p:cNvSpPr>
            <a:spLocks noGrp="1"/>
          </p:cNvSpPr>
          <p:nvPr>
            <p:ph type="sldNum" sz="quarter" idx="12"/>
          </p:nvPr>
        </p:nvSpPr>
        <p:spPr>
          <a:xfrm>
            <a:off x="7010400" y="0"/>
            <a:ext cx="2133600" cy="365125"/>
          </a:xfrm>
        </p:spPr>
        <p:txBody>
          <a:bodyPr/>
          <a:lstStyle/>
          <a:p>
            <a:fld id="{2A2D4643-A560-41CA-9262-83B50CB01BF4}" type="slidenum">
              <a:rPr lang="en-IN" smtClean="0">
                <a:solidFill>
                  <a:prstClr val="black">
                    <a:tint val="75000"/>
                  </a:prstClr>
                </a:solidFill>
              </a:rPr>
              <a:pPr/>
              <a:t>2</a:t>
            </a:fld>
            <a:endParaRPr lang="en-IN">
              <a:solidFill>
                <a:prstClr val="black">
                  <a:tint val="75000"/>
                </a:prstClr>
              </a:solidFill>
            </a:endParaRPr>
          </a:p>
        </p:txBody>
      </p:sp>
      <p:sp>
        <p:nvSpPr>
          <p:cNvPr id="1048629" name="Rectangle 18"/>
          <p:cNvSpPr/>
          <p:nvPr/>
        </p:nvSpPr>
        <p:spPr>
          <a:xfrm>
            <a:off x="3810000" y="158086"/>
            <a:ext cx="2452929" cy="668782"/>
          </a:xfrm>
          <a:prstGeom prst="rect">
            <a:avLst/>
          </a:prstGeom>
        </p:spPr>
        <p:txBody>
          <a:bodyPr wrap="square">
            <a:spAutoFit/>
          </a:bodyPr>
          <a:lstStyle/>
          <a:p>
            <a:r>
              <a:rPr lang="en-US" sz="2800" b="1" kern="0" cap="all" dirty="0">
                <a:solidFill>
                  <a:schemeClr val="bg1"/>
                </a:solidFill>
                <a:latin typeface="Arial Black" panose="020B0A04020102020204" pitchFamily="34" charset="0"/>
                <a:cs typeface="Aharoni" pitchFamily="2" charset="-79"/>
              </a:rPr>
              <a:t>CONTENTS</a:t>
            </a:r>
            <a:endParaRPr lang="en-IN" sz="2800" dirty="0">
              <a:solidFill>
                <a:schemeClr val="bg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2EDA15-807E-C131-319A-E930EF4B908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690EDFB-16BA-A7C5-1E32-929CCA63CEFF}"/>
              </a:ext>
            </a:extLst>
          </p:cNvPr>
          <p:cNvSpPr>
            <a:spLocks noGrp="1"/>
          </p:cNvSpPr>
          <p:nvPr>
            <p:ph idx="1"/>
          </p:nvPr>
        </p:nvSpPr>
        <p:spPr>
          <a:xfrm>
            <a:off x="1475656" y="1340768"/>
            <a:ext cx="7097960" cy="3456384"/>
          </a:xfrm>
        </p:spPr>
        <p:txBody>
          <a:bodyPr>
            <a:normAutofit/>
          </a:bodyPr>
          <a:lstStyle/>
          <a:p>
            <a:pPr>
              <a:buFont typeface="Wingdings" panose="05000000000000000000" pitchFamily="2" charset="2"/>
              <a:buChar char="Ø"/>
            </a:pPr>
            <a:r>
              <a:rPr lang="en-US" sz="1800" dirty="0">
                <a:latin typeface="Times" panose="02020603050405020304" pitchFamily="18" charset="0"/>
                <a:cs typeface="Times" panose="02020603050405020304" pitchFamily="18" charset="0"/>
              </a:rPr>
              <a:t>Existing vehicle security systems are vulnerable to theft and unauthorized access</a:t>
            </a:r>
          </a:p>
          <a:p>
            <a:pPr>
              <a:buFont typeface="Wingdings" panose="05000000000000000000" pitchFamily="2" charset="2"/>
              <a:buChar char="Ø"/>
            </a:pPr>
            <a:r>
              <a:rPr lang="en-US" sz="1800" b="1" dirty="0">
                <a:latin typeface="Times" panose="02020603050405020304" pitchFamily="18" charset="0"/>
                <a:cs typeface="Times" panose="02020603050405020304" pitchFamily="18" charset="0"/>
              </a:rPr>
              <a:t>Lack of authentication in traditional vehicle access methods</a:t>
            </a:r>
          </a:p>
          <a:p>
            <a:pPr>
              <a:buFont typeface="Wingdings" panose="05000000000000000000" pitchFamily="2" charset="2"/>
              <a:buChar char="Ø"/>
            </a:pPr>
            <a:r>
              <a:rPr lang="en-US" sz="1800" dirty="0">
                <a:latin typeface="Times" panose="02020603050405020304" pitchFamily="18" charset="0"/>
                <a:cs typeface="Times" panose="02020603050405020304" pitchFamily="18" charset="0"/>
              </a:rPr>
              <a:t>Absence of real-time driver monitoring to detect fatigue or unsafe behavior</a:t>
            </a:r>
          </a:p>
          <a:p>
            <a:pPr>
              <a:buFont typeface="Wingdings" panose="05000000000000000000" pitchFamily="2" charset="2"/>
              <a:buChar char="Ø"/>
            </a:pPr>
            <a:r>
              <a:rPr lang="en-US" sz="1800" dirty="0">
                <a:latin typeface="Times" panose="02020603050405020304" pitchFamily="18" charset="0"/>
                <a:cs typeface="Times" panose="02020603050405020304" pitchFamily="18" charset="0"/>
              </a:rPr>
              <a:t>Limited integration of safety features such as alcohol and accident detection</a:t>
            </a:r>
          </a:p>
          <a:p>
            <a:pPr>
              <a:buFont typeface="Wingdings" panose="05000000000000000000" pitchFamily="2" charset="2"/>
              <a:buChar char="Ø"/>
            </a:pPr>
            <a:r>
              <a:rPr lang="en-US" sz="1800" b="1" dirty="0">
                <a:latin typeface="Times" panose="02020603050405020304" pitchFamily="18" charset="0"/>
                <a:cs typeface="Times" panose="02020603050405020304" pitchFamily="18" charset="0"/>
              </a:rPr>
              <a:t>Delayed emergency response due to lack of automatic alert systems</a:t>
            </a:r>
          </a:p>
          <a:p>
            <a:pPr>
              <a:buFont typeface="Wingdings" panose="05000000000000000000" pitchFamily="2" charset="2"/>
              <a:buChar char="Ø"/>
            </a:pPr>
            <a:r>
              <a:rPr lang="en-US" sz="1800" dirty="0">
                <a:latin typeface="Times" panose="02020603050405020304" pitchFamily="18" charset="0"/>
                <a:cs typeface="Times" panose="02020603050405020304" pitchFamily="18" charset="0"/>
              </a:rPr>
              <a:t>Need for an integrated, intelligent, and cost-effective vehicle safety solution</a:t>
            </a:r>
          </a:p>
        </p:txBody>
      </p:sp>
      <p:sp>
        <p:nvSpPr>
          <p:cNvPr id="4" name="Rectangle 1">
            <a:extLst>
              <a:ext uri="{FF2B5EF4-FFF2-40B4-BE49-F238E27FC236}">
                <a16:creationId xmlns:a16="http://schemas.microsoft.com/office/drawing/2014/main" id="{A6423AAB-78E8-E299-69B2-4795AE3F8A42}"/>
              </a:ext>
            </a:extLst>
          </p:cNvPr>
          <p:cNvSpPr/>
          <p:nvPr/>
        </p:nvSpPr>
        <p:spPr>
          <a:xfrm>
            <a:off x="2915816" y="127969"/>
            <a:ext cx="4873724" cy="523220"/>
          </a:xfrm>
          <a:prstGeom prst="rect">
            <a:avLst/>
          </a:prstGeom>
        </p:spPr>
        <p:txBody>
          <a:bodyPr wrap="square">
            <a:spAutoFit/>
          </a:bodyPr>
          <a:lstStyle/>
          <a:p>
            <a:r>
              <a:rPr lang="en-US" sz="2800" b="1" kern="0" cap="all" dirty="0">
                <a:solidFill>
                  <a:schemeClr val="bg1"/>
                </a:solidFill>
                <a:latin typeface="Arial Black" panose="020B0A04020102020204" pitchFamily="34" charset="0"/>
                <a:cs typeface="Aharoni" pitchFamily="2" charset="-79"/>
              </a:rPr>
              <a:t>Problem Statement</a:t>
            </a:r>
            <a:endParaRPr lang="en-IN" sz="2800" dirty="0">
              <a:solidFill>
                <a:schemeClr val="bg1"/>
              </a:solidFill>
            </a:endParaRPr>
          </a:p>
        </p:txBody>
      </p:sp>
    </p:spTree>
    <p:extLst>
      <p:ext uri="{BB962C8B-B14F-4D97-AF65-F5344CB8AC3E}">
        <p14:creationId xmlns:p14="http://schemas.microsoft.com/office/powerpoint/2010/main" val="24714237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39934E1-AF72-0A50-7DDB-D41919852D2B}"/>
              </a:ext>
            </a:extLst>
          </p:cNvPr>
          <p:cNvSpPr>
            <a:spLocks noGrp="1"/>
          </p:cNvSpPr>
          <p:nvPr>
            <p:ph idx="1"/>
          </p:nvPr>
        </p:nvSpPr>
        <p:spPr>
          <a:xfrm>
            <a:off x="570384" y="1168352"/>
            <a:ext cx="8003232" cy="1180721"/>
          </a:xfrm>
        </p:spPr>
        <p:txBody>
          <a:bodyPr/>
          <a:lstStyle/>
          <a:p>
            <a:pPr>
              <a:buFont typeface="Wingdings" panose="05000000000000000000" pitchFamily="2" charset="2"/>
              <a:buChar char="Ø"/>
            </a:pPr>
            <a:r>
              <a:rPr lang="en-US" sz="1800" dirty="0">
                <a:latin typeface="Times" panose="02020603050405020304" pitchFamily="18" charset="0"/>
                <a:cs typeface="Times" panose="02020603050405020304" pitchFamily="18" charset="0"/>
              </a:rPr>
              <a:t>Rapid growth in smart vehicles but </a:t>
            </a:r>
            <a:r>
              <a:rPr lang="en-US" sz="1800" b="1" dirty="0">
                <a:latin typeface="Times" panose="02020603050405020304" pitchFamily="18" charset="0"/>
                <a:cs typeface="Times" panose="02020603050405020304" pitchFamily="18" charset="0"/>
              </a:rPr>
              <a:t>lack of advanced security integration</a:t>
            </a:r>
          </a:p>
          <a:p>
            <a:pPr>
              <a:buFont typeface="Wingdings" panose="05000000000000000000" pitchFamily="2" charset="2"/>
              <a:buChar char="Ø"/>
            </a:pPr>
            <a:r>
              <a:rPr lang="en-US" sz="1800" b="1" dirty="0">
                <a:latin typeface="Times" panose="02020603050405020304" pitchFamily="18" charset="0"/>
                <a:cs typeface="Times" panose="02020603050405020304" pitchFamily="18" charset="0"/>
              </a:rPr>
              <a:t>Unauthorized vehicle access </a:t>
            </a:r>
            <a:r>
              <a:rPr lang="en-US" sz="1800" dirty="0">
                <a:latin typeface="Times" panose="02020603050405020304" pitchFamily="18" charset="0"/>
                <a:cs typeface="Times" panose="02020603050405020304" pitchFamily="18" charset="0"/>
              </a:rPr>
              <a:t>due to weak authentication methods</a:t>
            </a:r>
          </a:p>
          <a:p>
            <a:pPr>
              <a:buFont typeface="Wingdings" panose="05000000000000000000" pitchFamily="2" charset="2"/>
              <a:buChar char="Ø"/>
            </a:pPr>
            <a:r>
              <a:rPr lang="en-US" sz="1800" dirty="0">
                <a:latin typeface="Times" panose="02020603050405020304" pitchFamily="18" charset="0"/>
                <a:cs typeface="Times" panose="02020603050405020304" pitchFamily="18" charset="0"/>
              </a:rPr>
              <a:t>Dependence on manual driving without intelligent monitoring systems</a:t>
            </a:r>
          </a:p>
          <a:p>
            <a:pPr>
              <a:buFont typeface="Wingdings" panose="05000000000000000000" pitchFamily="2" charset="2"/>
              <a:buChar char="Ø"/>
            </a:pPr>
            <a:r>
              <a:rPr lang="en-US" sz="1800" dirty="0">
                <a:latin typeface="Times" panose="02020603050405020304" pitchFamily="18" charset="0"/>
                <a:cs typeface="Times" panose="02020603050405020304" pitchFamily="18" charset="0"/>
              </a:rPr>
              <a:t>Increasing accidents caused by distracted or drowsy drivers</a:t>
            </a:r>
          </a:p>
          <a:p>
            <a:pPr>
              <a:buFont typeface="Wingdings" panose="05000000000000000000" pitchFamily="2" charset="2"/>
              <a:buChar char="Ø"/>
            </a:pPr>
            <a:r>
              <a:rPr lang="en-US" sz="1800" b="1" dirty="0">
                <a:latin typeface="Times" panose="02020603050405020304" pitchFamily="18" charset="0"/>
                <a:cs typeface="Times" panose="02020603050405020304" pitchFamily="18" charset="0"/>
              </a:rPr>
              <a:t>Absence of real-time driver health and behavior analysis</a:t>
            </a:r>
          </a:p>
          <a:p>
            <a:pPr>
              <a:buFont typeface="Wingdings" panose="05000000000000000000" pitchFamily="2" charset="2"/>
              <a:buChar char="Ø"/>
            </a:pPr>
            <a:r>
              <a:rPr lang="en-US" sz="1800" b="1" dirty="0">
                <a:latin typeface="Times" panose="02020603050405020304" pitchFamily="18" charset="0"/>
                <a:cs typeface="Times" panose="02020603050405020304" pitchFamily="18" charset="0"/>
              </a:rPr>
              <a:t>Lack of automated alert systems during emergencies</a:t>
            </a:r>
          </a:p>
        </p:txBody>
      </p:sp>
      <p:sp>
        <p:nvSpPr>
          <p:cNvPr id="4" name="Rectangle 1">
            <a:extLst>
              <a:ext uri="{FF2B5EF4-FFF2-40B4-BE49-F238E27FC236}">
                <a16:creationId xmlns:a16="http://schemas.microsoft.com/office/drawing/2014/main" id="{2B74D50C-CFB9-DA6C-94E1-28836B1585C4}"/>
              </a:ext>
            </a:extLst>
          </p:cNvPr>
          <p:cNvSpPr/>
          <p:nvPr/>
        </p:nvSpPr>
        <p:spPr>
          <a:xfrm>
            <a:off x="2915816" y="127969"/>
            <a:ext cx="3561184" cy="523220"/>
          </a:xfrm>
          <a:prstGeom prst="rect">
            <a:avLst/>
          </a:prstGeom>
        </p:spPr>
        <p:txBody>
          <a:bodyPr wrap="square">
            <a:spAutoFit/>
          </a:bodyPr>
          <a:lstStyle/>
          <a:p>
            <a:r>
              <a:rPr lang="en-US" sz="2800" b="1" kern="0" cap="all" dirty="0">
                <a:solidFill>
                  <a:schemeClr val="bg1"/>
                </a:solidFill>
                <a:latin typeface="Arial Black" panose="020B0A04020102020204" pitchFamily="34" charset="0"/>
                <a:cs typeface="Aharoni" pitchFamily="2" charset="-79"/>
              </a:rPr>
              <a:t>Motivation</a:t>
            </a:r>
            <a:endParaRPr lang="en-IN" sz="2800" dirty="0">
              <a:solidFill>
                <a:schemeClr val="bg1"/>
              </a:solidFill>
            </a:endParaRPr>
          </a:p>
        </p:txBody>
      </p:sp>
      <p:pic>
        <p:nvPicPr>
          <p:cNvPr id="1027" name="Picture 3" descr="Honda Civic jumps divider, triggers ...">
            <a:extLst>
              <a:ext uri="{FF2B5EF4-FFF2-40B4-BE49-F238E27FC236}">
                <a16:creationId xmlns:a16="http://schemas.microsoft.com/office/drawing/2014/main" id="{DAD1F1EF-1A18-3610-43F7-63360BE903F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9592" y="3429000"/>
            <a:ext cx="3347338" cy="2032632"/>
          </a:xfrm>
          <a:prstGeom prst="rect">
            <a:avLst/>
          </a:prstGeom>
          <a:noFill/>
          <a:extLst>
            <a:ext uri="{909E8E84-426E-40DD-AFC4-6F175D3DCCD1}">
              <a14:hiddenFill xmlns:a14="http://schemas.microsoft.com/office/drawing/2010/main">
                <a:solidFill>
                  <a:srgbClr val="FFFFFF"/>
                </a:solidFill>
              </a14:hiddenFill>
            </a:ext>
          </a:extLst>
        </p:spPr>
      </p:pic>
      <p:pic>
        <p:nvPicPr>
          <p:cNvPr id="1029" name="Picture 5">
            <a:extLst>
              <a:ext uri="{FF2B5EF4-FFF2-40B4-BE49-F238E27FC236}">
                <a16:creationId xmlns:a16="http://schemas.microsoft.com/office/drawing/2014/main" id="{A0A07FC7-0945-94D4-8201-706481FFF95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19674" y="3429000"/>
            <a:ext cx="3224733" cy="20966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907847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679F71-C0FE-E156-36C3-3DD3928C095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5C9333E-4515-0226-7039-573B1532CFEF}"/>
              </a:ext>
            </a:extLst>
          </p:cNvPr>
          <p:cNvSpPr>
            <a:spLocks noGrp="1"/>
          </p:cNvSpPr>
          <p:nvPr>
            <p:ph idx="1"/>
          </p:nvPr>
        </p:nvSpPr>
        <p:spPr>
          <a:xfrm>
            <a:off x="683568" y="1600207"/>
            <a:ext cx="8003232" cy="4133050"/>
          </a:xfrm>
        </p:spPr>
        <p:txBody>
          <a:bodyPr/>
          <a:lstStyle/>
          <a:p>
            <a:pPr lvl="0">
              <a:spcBef>
                <a:spcPts val="1800"/>
              </a:spcBef>
              <a:buFont typeface="Wingdings" panose="05000000000000000000" pitchFamily="2" charset="2"/>
              <a:buChar char="Ø"/>
            </a:pPr>
            <a:r>
              <a:rPr lang="en-US" altLang="en-US" sz="1800" dirty="0">
                <a:latin typeface="Times" panose="02020603050405020304" pitchFamily="18" charset="0"/>
                <a:cs typeface="Times" panose="02020603050405020304" pitchFamily="18" charset="0"/>
              </a:rPr>
              <a:t>To design and develop an intelligent vehicle system that enhances safety and security using modern IoT and embedded technologies.</a:t>
            </a:r>
          </a:p>
          <a:p>
            <a:pPr lvl="0">
              <a:spcBef>
                <a:spcPts val="1800"/>
              </a:spcBef>
              <a:buFont typeface="Wingdings" panose="05000000000000000000" pitchFamily="2" charset="2"/>
              <a:buChar char="Ø"/>
            </a:pPr>
            <a:r>
              <a:rPr lang="en-US" altLang="en-US" sz="1800" b="1" dirty="0">
                <a:latin typeface="Times" panose="02020603050405020304" pitchFamily="18" charset="0"/>
                <a:cs typeface="Times" panose="02020603050405020304" pitchFamily="18" charset="0"/>
              </a:rPr>
              <a:t>To implement authentication using face recognition and smartphone-based fingerprint access to prevent unauthorized vehicle use.</a:t>
            </a:r>
          </a:p>
          <a:p>
            <a:pPr lvl="0">
              <a:spcBef>
                <a:spcPts val="1800"/>
              </a:spcBef>
              <a:buFont typeface="Wingdings" panose="05000000000000000000" pitchFamily="2" charset="2"/>
              <a:buChar char="Ø"/>
            </a:pPr>
            <a:r>
              <a:rPr lang="en-US" altLang="en-US" sz="1800" dirty="0">
                <a:latin typeface="Times" panose="02020603050405020304" pitchFamily="18" charset="0"/>
                <a:cs typeface="Times" panose="02020603050405020304" pitchFamily="18" charset="0"/>
              </a:rPr>
              <a:t>To monitor driver behavior in real time through vision-based drowsiness detection to reduce fatigue-related accidents.</a:t>
            </a:r>
          </a:p>
          <a:p>
            <a:pPr lvl="0">
              <a:spcBef>
                <a:spcPts val="1800"/>
              </a:spcBef>
              <a:buFont typeface="Wingdings" panose="05000000000000000000" pitchFamily="2" charset="2"/>
              <a:buChar char="Ø"/>
            </a:pPr>
            <a:r>
              <a:rPr lang="en-US" altLang="en-US" sz="1800" b="1" dirty="0">
                <a:latin typeface="Times" panose="02020603050405020304" pitchFamily="18" charset="0"/>
                <a:cs typeface="Times" panose="02020603050405020304" pitchFamily="18" charset="0"/>
              </a:rPr>
              <a:t>To integrate alcohol detection and accident detection mechanisms for proactive safety control.</a:t>
            </a:r>
          </a:p>
        </p:txBody>
      </p:sp>
      <p:sp>
        <p:nvSpPr>
          <p:cNvPr id="4" name="Rectangle 1">
            <a:extLst>
              <a:ext uri="{FF2B5EF4-FFF2-40B4-BE49-F238E27FC236}">
                <a16:creationId xmlns:a16="http://schemas.microsoft.com/office/drawing/2014/main" id="{B2606E20-72B9-B6BC-7D9B-4706DEF4254F}"/>
              </a:ext>
            </a:extLst>
          </p:cNvPr>
          <p:cNvSpPr/>
          <p:nvPr/>
        </p:nvSpPr>
        <p:spPr>
          <a:xfrm>
            <a:off x="2915816" y="127969"/>
            <a:ext cx="3561184" cy="523220"/>
          </a:xfrm>
          <a:prstGeom prst="rect">
            <a:avLst/>
          </a:prstGeom>
        </p:spPr>
        <p:txBody>
          <a:bodyPr wrap="square">
            <a:spAutoFit/>
          </a:bodyPr>
          <a:lstStyle/>
          <a:p>
            <a:r>
              <a:rPr lang="en-US" sz="2800" b="1" kern="0" cap="all" dirty="0">
                <a:solidFill>
                  <a:schemeClr val="bg1"/>
                </a:solidFill>
                <a:latin typeface="Arial Black" panose="020B0A04020102020204" pitchFamily="34" charset="0"/>
                <a:cs typeface="Aharoni" pitchFamily="2" charset="-79"/>
              </a:rPr>
              <a:t>Objectives</a:t>
            </a:r>
            <a:endParaRPr lang="en-IN" sz="2800" dirty="0">
              <a:solidFill>
                <a:schemeClr val="bg1"/>
              </a:solidFill>
            </a:endParaRPr>
          </a:p>
        </p:txBody>
      </p:sp>
    </p:spTree>
    <p:extLst>
      <p:ext uri="{BB962C8B-B14F-4D97-AF65-F5344CB8AC3E}">
        <p14:creationId xmlns:p14="http://schemas.microsoft.com/office/powerpoint/2010/main" val="30843680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68" name="Content Placeholder 6"/>
          <p:cNvSpPr>
            <a:spLocks noGrp="1"/>
          </p:cNvSpPr>
          <p:nvPr>
            <p:ph idx="1"/>
          </p:nvPr>
        </p:nvSpPr>
        <p:spPr>
          <a:xfrm>
            <a:off x="457200" y="1013615"/>
            <a:ext cx="8229600" cy="4830769"/>
          </a:xfrm>
        </p:spPr>
        <p:txBody>
          <a:bodyPr/>
          <a:lstStyle/>
          <a:p>
            <a:r>
              <a:rPr lang="en-US" sz="1400" dirty="0">
                <a:latin typeface="Times" panose="02020603050405020304" pitchFamily="18" charset="0"/>
                <a:cs typeface="Times" panose="02020603050405020304" pitchFamily="18" charset="0"/>
              </a:rPr>
              <a:t>The development of intelligent vehicle systems plays a vital role in enhancing road safety, vehicle security, and driving comfort. This project presents an Enhanced Intelligent Vehicle System (E-IVS) that integrates biometric authentication and real-time driver monitoring to ensure secure vehicle access and safe driving conditions. </a:t>
            </a:r>
          </a:p>
          <a:p>
            <a:r>
              <a:rPr lang="en-US" sz="1400" dirty="0">
                <a:latin typeface="Times" panose="02020603050405020304" pitchFamily="18" charset="0"/>
                <a:cs typeface="Times" panose="02020603050405020304" pitchFamily="18" charset="0"/>
              </a:rPr>
              <a:t>The system employs face recognition using Python to authenticate the driver before engine ignition, effectively preventing unauthorized access and vehicle theft. </a:t>
            </a:r>
          </a:p>
          <a:p>
            <a:r>
              <a:rPr lang="en-US" sz="1400" dirty="0">
                <a:latin typeface="Times" panose="02020603050405020304" pitchFamily="18" charset="0"/>
                <a:cs typeface="Times" panose="02020603050405020304" pitchFamily="18" charset="0"/>
              </a:rPr>
              <a:t>In place of conventional hardware-based eye blink sensors, a software-based drowsiness detection system is implemented using computer vision techniques to continuously monitor the driver’s eye movements and accurately identify signs of fatigue, triggering timely alerts to prevent accidents. Additionally, safety-critical modules such as alcohol detection and accident detection are incorporated to monitor driver behavior and collision events.</a:t>
            </a:r>
          </a:p>
          <a:p>
            <a:r>
              <a:rPr lang="en-US" sz="1400" dirty="0">
                <a:latin typeface="Times" panose="02020603050405020304" pitchFamily="18" charset="0"/>
                <a:cs typeface="Times" panose="02020603050405020304" pitchFamily="18" charset="0"/>
              </a:rPr>
              <a:t> In emergency situations, GSM and GPS technologies are used to transmit real-time alerts and location information to predefined contacts for rapid assistance. </a:t>
            </a:r>
          </a:p>
          <a:p>
            <a:r>
              <a:rPr lang="en-US" sz="1400" dirty="0">
                <a:latin typeface="Times" panose="02020603050405020304" pitchFamily="18" charset="0"/>
                <a:cs typeface="Times" panose="02020603050405020304" pitchFamily="18" charset="0"/>
              </a:rPr>
              <a:t>By combining biometric security, intelligent driver monitoring, and automated emergency response mechanisms, the proposed system provides a reliable, cost-effective, and efficient solution to significantly enhance vehicle security and driver safety in modern transportation systems.</a:t>
            </a:r>
            <a:endParaRPr lang="en-IN" sz="1400" dirty="0">
              <a:latin typeface="Times" panose="02020603050405020304" pitchFamily="18" charset="0"/>
              <a:cs typeface="Times" panose="02020603050405020304" pitchFamily="18" charset="0"/>
            </a:endParaRPr>
          </a:p>
        </p:txBody>
      </p:sp>
      <p:sp>
        <p:nvSpPr>
          <p:cNvPr id="1048669" name="Slide Number Placeholder 3"/>
          <p:cNvSpPr>
            <a:spLocks noGrp="1"/>
          </p:cNvSpPr>
          <p:nvPr>
            <p:ph type="sldNum" sz="quarter" idx="12"/>
          </p:nvPr>
        </p:nvSpPr>
        <p:spPr/>
        <p:txBody>
          <a:bodyPr/>
          <a:lstStyle/>
          <a:p>
            <a:fld id="{CACE0FC3-80A5-4E6A-8463-A948B12D76EE}" type="slidenum">
              <a:rPr lang="en-US" smtClean="0"/>
              <a:pPr/>
              <a:t>6</a:t>
            </a:fld>
            <a:endParaRPr lang="en-US"/>
          </a:p>
        </p:txBody>
      </p:sp>
      <p:sp>
        <p:nvSpPr>
          <p:cNvPr id="1048670" name="Rectangle 1"/>
          <p:cNvSpPr/>
          <p:nvPr/>
        </p:nvSpPr>
        <p:spPr>
          <a:xfrm>
            <a:off x="3810000" y="127969"/>
            <a:ext cx="2667000" cy="668782"/>
          </a:xfrm>
          <a:prstGeom prst="rect">
            <a:avLst/>
          </a:prstGeom>
        </p:spPr>
        <p:txBody>
          <a:bodyPr wrap="square">
            <a:spAutoFit/>
          </a:bodyPr>
          <a:lstStyle/>
          <a:p>
            <a:r>
              <a:rPr lang="en-US" sz="2800" b="1" kern="0" cap="all" dirty="0">
                <a:solidFill>
                  <a:schemeClr val="bg1"/>
                </a:solidFill>
                <a:latin typeface="Arial Black" panose="020B0A04020102020204" pitchFamily="34" charset="0"/>
                <a:cs typeface="Aharoni" pitchFamily="2" charset="-79"/>
              </a:rPr>
              <a:t>ABSTRACT</a:t>
            </a:r>
            <a:endParaRPr lang="en-IN" sz="2800" dirty="0">
              <a:solidFill>
                <a:schemeClr val="bg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71" name="AutoShape 4" descr="Inline image 1"/>
          <p:cNvSpPr>
            <a:spLocks noChangeAspect="1" noChangeArrowheads="1"/>
          </p:cNvSpPr>
          <p:nvPr/>
        </p:nvSpPr>
        <p:spPr bwMode="auto">
          <a:xfrm>
            <a:off x="155575" y="-144463"/>
            <a:ext cx="304800" cy="304801"/>
          </a:xfrm>
          <a:prstGeom prst="rect">
            <a:avLst/>
          </a:prstGeom>
          <a:noFill/>
          <a:ln w="9525">
            <a:noFill/>
            <a:miter lim="800000"/>
          </a:ln>
        </p:spPr>
        <p:txBody>
          <a:bodyPr/>
          <a:lstStyle/>
          <a:p>
            <a:endParaRPr lang="en-IN">
              <a:solidFill>
                <a:prstClr val="black"/>
              </a:solidFill>
              <a:latin typeface="Calibri" panose="020F0502020204030204" pitchFamily="34" charset="0"/>
            </a:endParaRPr>
          </a:p>
        </p:txBody>
      </p:sp>
      <p:sp>
        <p:nvSpPr>
          <p:cNvPr id="1048672" name="AutoShape 6" descr="Inline image 1"/>
          <p:cNvSpPr>
            <a:spLocks noChangeAspect="1" noChangeArrowheads="1"/>
          </p:cNvSpPr>
          <p:nvPr/>
        </p:nvSpPr>
        <p:spPr bwMode="auto">
          <a:xfrm>
            <a:off x="155575" y="-144463"/>
            <a:ext cx="304800" cy="304801"/>
          </a:xfrm>
          <a:prstGeom prst="rect">
            <a:avLst/>
          </a:prstGeom>
          <a:noFill/>
          <a:ln w="9525">
            <a:noFill/>
            <a:miter lim="800000"/>
          </a:ln>
        </p:spPr>
        <p:txBody>
          <a:bodyPr/>
          <a:lstStyle/>
          <a:p>
            <a:endParaRPr lang="en-IN">
              <a:solidFill>
                <a:prstClr val="black"/>
              </a:solidFill>
              <a:latin typeface="Calibri" panose="020F0502020204030204" pitchFamily="34" charset="0"/>
            </a:endParaRPr>
          </a:p>
        </p:txBody>
      </p:sp>
      <p:sp>
        <p:nvSpPr>
          <p:cNvPr id="1048673" name="AutoShape 8" descr="Inline image 1"/>
          <p:cNvSpPr>
            <a:spLocks noChangeAspect="1" noChangeArrowheads="1"/>
          </p:cNvSpPr>
          <p:nvPr/>
        </p:nvSpPr>
        <p:spPr bwMode="auto">
          <a:xfrm>
            <a:off x="155575" y="-144463"/>
            <a:ext cx="304800" cy="304801"/>
          </a:xfrm>
          <a:prstGeom prst="rect">
            <a:avLst/>
          </a:prstGeom>
          <a:noFill/>
          <a:ln w="9525">
            <a:noFill/>
            <a:miter lim="800000"/>
          </a:ln>
        </p:spPr>
        <p:txBody>
          <a:bodyPr/>
          <a:lstStyle/>
          <a:p>
            <a:endParaRPr lang="en-IN">
              <a:solidFill>
                <a:prstClr val="black"/>
              </a:solidFill>
              <a:latin typeface="Calibri" panose="020F0502020204030204" pitchFamily="34" charset="0"/>
            </a:endParaRPr>
          </a:p>
        </p:txBody>
      </p:sp>
      <p:sp>
        <p:nvSpPr>
          <p:cNvPr id="1048677" name="Slide Number Placeholder 20"/>
          <p:cNvSpPr>
            <a:spLocks noGrp="1"/>
          </p:cNvSpPr>
          <p:nvPr>
            <p:ph type="sldNum" sz="quarter" idx="12"/>
          </p:nvPr>
        </p:nvSpPr>
        <p:spPr/>
        <p:txBody>
          <a:bodyPr/>
          <a:lstStyle/>
          <a:p>
            <a:fld id="{2A2D4643-A560-41CA-9262-83B50CB01BF4}" type="slidenum">
              <a:rPr lang="en-IN" smtClean="0">
                <a:solidFill>
                  <a:prstClr val="black">
                    <a:tint val="75000"/>
                  </a:prstClr>
                </a:solidFill>
              </a:rPr>
              <a:pPr/>
              <a:t>7</a:t>
            </a:fld>
            <a:endParaRPr lang="en-IN">
              <a:solidFill>
                <a:prstClr val="black">
                  <a:tint val="75000"/>
                </a:prstClr>
              </a:solidFill>
            </a:endParaRPr>
          </a:p>
        </p:txBody>
      </p:sp>
      <p:sp>
        <p:nvSpPr>
          <p:cNvPr id="1048678" name="Rectangle 18"/>
          <p:cNvSpPr/>
          <p:nvPr/>
        </p:nvSpPr>
        <p:spPr>
          <a:xfrm>
            <a:off x="2971800" y="160338"/>
            <a:ext cx="4419600" cy="523220"/>
          </a:xfrm>
          <a:prstGeom prst="rect">
            <a:avLst/>
          </a:prstGeom>
        </p:spPr>
        <p:txBody>
          <a:bodyPr wrap="square">
            <a:spAutoFit/>
          </a:bodyPr>
          <a:lstStyle/>
          <a:p>
            <a:r>
              <a:rPr lang="en-IN" sz="2800" b="1" dirty="0">
                <a:solidFill>
                  <a:schemeClr val="bg1"/>
                </a:solidFill>
                <a:latin typeface="Arial Black" panose="020B0A04020102020204" pitchFamily="34" charset="0"/>
              </a:rPr>
              <a:t>INTRODUCTION</a:t>
            </a:r>
          </a:p>
        </p:txBody>
      </p:sp>
      <p:sp>
        <p:nvSpPr>
          <p:cNvPr id="4" name="Content Placeholder 3">
            <a:extLst>
              <a:ext uri="{FF2B5EF4-FFF2-40B4-BE49-F238E27FC236}">
                <a16:creationId xmlns:a16="http://schemas.microsoft.com/office/drawing/2014/main" id="{2A880C92-351F-5145-11C5-F0B7AB3E0F13}"/>
              </a:ext>
            </a:extLst>
          </p:cNvPr>
          <p:cNvSpPr>
            <a:spLocks noGrp="1" noChangeArrowheads="1"/>
          </p:cNvSpPr>
          <p:nvPr>
            <p:ph idx="1"/>
          </p:nvPr>
        </p:nvSpPr>
        <p:spPr bwMode="auto">
          <a:xfrm>
            <a:off x="1043607" y="1479455"/>
            <a:ext cx="7703517"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800" b="1" i="0" u="none" strike="noStrike" cap="none" normalizeH="0" baseline="0" dirty="0">
                <a:ln>
                  <a:noFill/>
                </a:ln>
                <a:solidFill>
                  <a:schemeClr val="tx1"/>
                </a:solidFill>
                <a:effectLst/>
                <a:latin typeface="Times" panose="02020603050405020304" pitchFamily="18" charset="0"/>
                <a:cs typeface="Times" panose="02020603050405020304" pitchFamily="18" charset="0"/>
              </a:rPr>
              <a:t>Implements authentication using Python-based face recognition to allow access only to authorized drivers</a:t>
            </a: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800" b="1" i="0" u="none" strike="noStrike" cap="none" normalizeH="0" baseline="0" dirty="0">
                <a:ln>
                  <a:noFill/>
                </a:ln>
                <a:solidFill>
                  <a:schemeClr val="tx1"/>
                </a:solidFill>
                <a:effectLst/>
                <a:latin typeface="Times" panose="02020603050405020304" pitchFamily="18" charset="0"/>
                <a:cs typeface="Times" panose="02020603050405020304" pitchFamily="18" charset="0"/>
              </a:rPr>
              <a:t>Reduces vehicle theft and unauthorized usage through secure authentication</a:t>
            </a: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800" b="0" i="0" u="none" strike="noStrike" cap="none" normalizeH="0" baseline="0" dirty="0">
                <a:ln>
                  <a:noFill/>
                </a:ln>
                <a:solidFill>
                  <a:schemeClr val="tx1"/>
                </a:solidFill>
                <a:effectLst/>
                <a:latin typeface="Times" panose="02020603050405020304" pitchFamily="18" charset="0"/>
                <a:cs typeface="Times" panose="02020603050405020304" pitchFamily="18" charset="0"/>
              </a:rPr>
              <a:t>Integrates embedded systems and software-based control for efficient and user-friendly operation</a:t>
            </a: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800" b="0" i="0" u="none" strike="noStrike" cap="none" normalizeH="0" baseline="0" dirty="0">
                <a:ln>
                  <a:noFill/>
                </a:ln>
                <a:solidFill>
                  <a:schemeClr val="tx1"/>
                </a:solidFill>
                <a:effectLst/>
                <a:latin typeface="Times" panose="02020603050405020304" pitchFamily="18" charset="0"/>
                <a:cs typeface="Times" panose="02020603050405020304" pitchFamily="18" charset="0"/>
              </a:rPr>
              <a:t>Incorporates alcohol and accident detection for enhanced safety</a:t>
            </a: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800" b="1" i="0" u="none" strike="noStrike" cap="none" normalizeH="0" baseline="0" dirty="0">
                <a:ln>
                  <a:noFill/>
                </a:ln>
                <a:solidFill>
                  <a:schemeClr val="tx1"/>
                </a:solidFill>
                <a:effectLst/>
                <a:latin typeface="Times" panose="02020603050405020304" pitchFamily="18" charset="0"/>
                <a:cs typeface="Times" panose="02020603050405020304" pitchFamily="18" charset="0"/>
              </a:rPr>
              <a:t>Uses GSM and GPS to send automatic emergency alerts with location details</a:t>
            </a: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800" b="0" i="0" u="none" strike="noStrike" cap="none" normalizeH="0" baseline="0" dirty="0">
                <a:ln>
                  <a:noFill/>
                </a:ln>
                <a:solidFill>
                  <a:schemeClr val="tx1"/>
                </a:solidFill>
                <a:effectLst/>
                <a:latin typeface="Times" panose="02020603050405020304" pitchFamily="18" charset="0"/>
                <a:cs typeface="Times" panose="02020603050405020304" pitchFamily="18" charset="0"/>
              </a:rPr>
              <a:t>Provides a reliable and </a:t>
            </a:r>
            <a:r>
              <a:rPr kumimoji="0" lang="en-US" altLang="en-US" sz="1800" b="1" i="0" u="none" strike="noStrike" cap="none" normalizeH="0" baseline="0" dirty="0">
                <a:ln>
                  <a:noFill/>
                </a:ln>
                <a:solidFill>
                  <a:schemeClr val="tx1"/>
                </a:solidFill>
                <a:effectLst/>
                <a:latin typeface="Times" panose="02020603050405020304" pitchFamily="18" charset="0"/>
                <a:cs typeface="Times" panose="02020603050405020304" pitchFamily="18" charset="0"/>
              </a:rPr>
              <a:t>cost-effective</a:t>
            </a:r>
            <a:r>
              <a:rPr kumimoji="0" lang="en-US" altLang="en-US" sz="1800" b="0" i="0" u="none" strike="noStrike" cap="none" normalizeH="0" baseline="0" dirty="0">
                <a:ln>
                  <a:noFill/>
                </a:ln>
                <a:solidFill>
                  <a:schemeClr val="tx1"/>
                </a:solidFill>
                <a:effectLst/>
                <a:latin typeface="Times" panose="02020603050405020304" pitchFamily="18" charset="0"/>
                <a:cs typeface="Times" panose="02020603050405020304" pitchFamily="18" charset="0"/>
              </a:rPr>
              <a:t> solution for improving road safety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A3AC36-7CEE-9DE2-F1E1-B72F3B141902}"/>
            </a:ext>
          </a:extLst>
        </p:cNvPr>
        <p:cNvGrpSpPr/>
        <p:nvPr/>
      </p:nvGrpSpPr>
      <p:grpSpPr>
        <a:xfrm>
          <a:off x="0" y="0"/>
          <a:ext cx="0" cy="0"/>
          <a:chOff x="0" y="0"/>
          <a:chExt cx="0" cy="0"/>
        </a:xfrm>
      </p:grpSpPr>
      <p:sp>
        <p:nvSpPr>
          <p:cNvPr id="1048671" name="AutoShape 4" descr="Inline image 1">
            <a:extLst>
              <a:ext uri="{FF2B5EF4-FFF2-40B4-BE49-F238E27FC236}">
                <a16:creationId xmlns:a16="http://schemas.microsoft.com/office/drawing/2014/main" id="{BF5ADE96-649F-5CA7-EF6E-31A40681A04F}"/>
              </a:ext>
            </a:extLst>
          </p:cNvPr>
          <p:cNvSpPr>
            <a:spLocks noChangeAspect="1" noChangeArrowheads="1"/>
          </p:cNvSpPr>
          <p:nvPr/>
        </p:nvSpPr>
        <p:spPr bwMode="auto">
          <a:xfrm>
            <a:off x="155575" y="-144463"/>
            <a:ext cx="304800" cy="304801"/>
          </a:xfrm>
          <a:prstGeom prst="rect">
            <a:avLst/>
          </a:prstGeom>
          <a:noFill/>
          <a:ln w="9525">
            <a:noFill/>
            <a:miter lim="800000"/>
          </a:ln>
        </p:spPr>
        <p:txBody>
          <a:bodyPr/>
          <a:lstStyle/>
          <a:p>
            <a:endParaRPr lang="en-IN">
              <a:solidFill>
                <a:prstClr val="black"/>
              </a:solidFill>
              <a:latin typeface="Calibri" panose="020F0502020204030204" pitchFamily="34" charset="0"/>
            </a:endParaRPr>
          </a:p>
        </p:txBody>
      </p:sp>
      <p:sp>
        <p:nvSpPr>
          <p:cNvPr id="1048672" name="AutoShape 6" descr="Inline image 1">
            <a:extLst>
              <a:ext uri="{FF2B5EF4-FFF2-40B4-BE49-F238E27FC236}">
                <a16:creationId xmlns:a16="http://schemas.microsoft.com/office/drawing/2014/main" id="{7E2627F0-03C2-B1A3-6A84-B3FD36AA64ED}"/>
              </a:ext>
            </a:extLst>
          </p:cNvPr>
          <p:cNvSpPr>
            <a:spLocks noChangeAspect="1" noChangeArrowheads="1"/>
          </p:cNvSpPr>
          <p:nvPr/>
        </p:nvSpPr>
        <p:spPr bwMode="auto">
          <a:xfrm>
            <a:off x="155575" y="-144463"/>
            <a:ext cx="304800" cy="304801"/>
          </a:xfrm>
          <a:prstGeom prst="rect">
            <a:avLst/>
          </a:prstGeom>
          <a:noFill/>
          <a:ln w="9525">
            <a:noFill/>
            <a:miter lim="800000"/>
          </a:ln>
        </p:spPr>
        <p:txBody>
          <a:bodyPr/>
          <a:lstStyle/>
          <a:p>
            <a:endParaRPr lang="en-IN">
              <a:solidFill>
                <a:prstClr val="black"/>
              </a:solidFill>
              <a:latin typeface="Calibri" panose="020F0502020204030204" pitchFamily="34" charset="0"/>
            </a:endParaRPr>
          </a:p>
        </p:txBody>
      </p:sp>
      <p:sp>
        <p:nvSpPr>
          <p:cNvPr id="1048673" name="AutoShape 8" descr="Inline image 1">
            <a:extLst>
              <a:ext uri="{FF2B5EF4-FFF2-40B4-BE49-F238E27FC236}">
                <a16:creationId xmlns:a16="http://schemas.microsoft.com/office/drawing/2014/main" id="{C33D05C4-4059-0C16-E9C1-426CC7E24487}"/>
              </a:ext>
            </a:extLst>
          </p:cNvPr>
          <p:cNvSpPr>
            <a:spLocks noChangeAspect="1" noChangeArrowheads="1"/>
          </p:cNvSpPr>
          <p:nvPr/>
        </p:nvSpPr>
        <p:spPr bwMode="auto">
          <a:xfrm>
            <a:off x="155575" y="-144463"/>
            <a:ext cx="304800" cy="304801"/>
          </a:xfrm>
          <a:prstGeom prst="rect">
            <a:avLst/>
          </a:prstGeom>
          <a:noFill/>
          <a:ln w="9525">
            <a:noFill/>
            <a:miter lim="800000"/>
          </a:ln>
        </p:spPr>
        <p:txBody>
          <a:bodyPr/>
          <a:lstStyle/>
          <a:p>
            <a:endParaRPr lang="en-IN">
              <a:solidFill>
                <a:prstClr val="black"/>
              </a:solidFill>
              <a:latin typeface="Calibri" panose="020F0502020204030204" pitchFamily="34" charset="0"/>
            </a:endParaRPr>
          </a:p>
        </p:txBody>
      </p:sp>
      <p:sp>
        <p:nvSpPr>
          <p:cNvPr id="1048677" name="Slide Number Placeholder 20">
            <a:extLst>
              <a:ext uri="{FF2B5EF4-FFF2-40B4-BE49-F238E27FC236}">
                <a16:creationId xmlns:a16="http://schemas.microsoft.com/office/drawing/2014/main" id="{9FDF400C-CE97-9C71-5D32-709F75D036E7}"/>
              </a:ext>
            </a:extLst>
          </p:cNvPr>
          <p:cNvSpPr>
            <a:spLocks noGrp="1"/>
          </p:cNvSpPr>
          <p:nvPr>
            <p:ph type="sldNum" sz="quarter" idx="12"/>
          </p:nvPr>
        </p:nvSpPr>
        <p:spPr/>
        <p:txBody>
          <a:bodyPr/>
          <a:lstStyle/>
          <a:p>
            <a:fld id="{2A2D4643-A560-41CA-9262-83B50CB01BF4}" type="slidenum">
              <a:rPr lang="en-IN" smtClean="0">
                <a:solidFill>
                  <a:prstClr val="black">
                    <a:tint val="75000"/>
                  </a:prstClr>
                </a:solidFill>
              </a:rPr>
              <a:pPr/>
              <a:t>8</a:t>
            </a:fld>
            <a:endParaRPr lang="en-IN">
              <a:solidFill>
                <a:prstClr val="black">
                  <a:tint val="75000"/>
                </a:prstClr>
              </a:solidFill>
            </a:endParaRPr>
          </a:p>
        </p:txBody>
      </p:sp>
      <p:sp>
        <p:nvSpPr>
          <p:cNvPr id="1048678" name="Rectangle 18">
            <a:extLst>
              <a:ext uri="{FF2B5EF4-FFF2-40B4-BE49-F238E27FC236}">
                <a16:creationId xmlns:a16="http://schemas.microsoft.com/office/drawing/2014/main" id="{D09BD6CD-403A-1F26-BD54-05653974F378}"/>
              </a:ext>
            </a:extLst>
          </p:cNvPr>
          <p:cNvSpPr/>
          <p:nvPr/>
        </p:nvSpPr>
        <p:spPr>
          <a:xfrm>
            <a:off x="2971800" y="160338"/>
            <a:ext cx="4419600" cy="523220"/>
          </a:xfrm>
          <a:prstGeom prst="rect">
            <a:avLst/>
          </a:prstGeom>
        </p:spPr>
        <p:txBody>
          <a:bodyPr wrap="square">
            <a:spAutoFit/>
          </a:bodyPr>
          <a:lstStyle/>
          <a:p>
            <a:r>
              <a:rPr lang="en-IN" sz="2800" b="1" dirty="0">
                <a:solidFill>
                  <a:schemeClr val="bg1"/>
                </a:solidFill>
                <a:latin typeface="Arial Black" panose="020B0A04020102020204" pitchFamily="34" charset="0"/>
              </a:rPr>
              <a:t>EXISTING SYSTEM</a:t>
            </a:r>
          </a:p>
        </p:txBody>
      </p:sp>
      <p:sp>
        <p:nvSpPr>
          <p:cNvPr id="4" name="Content Placeholder 3">
            <a:extLst>
              <a:ext uri="{FF2B5EF4-FFF2-40B4-BE49-F238E27FC236}">
                <a16:creationId xmlns:a16="http://schemas.microsoft.com/office/drawing/2014/main" id="{2FC4D92D-890C-0DF2-D3CB-126B39F2FA48}"/>
              </a:ext>
            </a:extLst>
          </p:cNvPr>
          <p:cNvSpPr>
            <a:spLocks noGrp="1" noChangeArrowheads="1"/>
          </p:cNvSpPr>
          <p:nvPr>
            <p:ph idx="1"/>
          </p:nvPr>
        </p:nvSpPr>
        <p:spPr bwMode="auto">
          <a:xfrm>
            <a:off x="1043607" y="1756452"/>
            <a:ext cx="7703517"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800" b="0" i="0" u="none" strike="noStrike" cap="none" normalizeH="0" baseline="0" dirty="0">
                <a:ln>
                  <a:noFill/>
                </a:ln>
                <a:solidFill>
                  <a:schemeClr val="tx1"/>
                </a:solidFill>
                <a:effectLst/>
                <a:latin typeface="Times" panose="02020603050405020304" pitchFamily="18" charset="0"/>
                <a:cs typeface="Times" panose="02020603050405020304" pitchFamily="18" charset="0"/>
              </a:rPr>
              <a:t>Based on Internet of Things (IoT) technology for vehicle monitoring</a:t>
            </a: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800" b="0" i="0" u="none" strike="noStrike" cap="none" normalizeH="0" baseline="0" dirty="0">
                <a:ln>
                  <a:noFill/>
                </a:ln>
                <a:solidFill>
                  <a:schemeClr val="tx1"/>
                </a:solidFill>
                <a:effectLst/>
                <a:latin typeface="Times" panose="02020603050405020304" pitchFamily="18" charset="0"/>
                <a:cs typeface="Times" panose="02020603050405020304" pitchFamily="18" charset="0"/>
              </a:rPr>
              <a:t>Uses multiple sensors to detect drunk driving, accidents, and driver fatigue</a:t>
            </a: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800" b="1" i="0" u="none" strike="noStrike" cap="none" normalizeH="0" baseline="0" dirty="0">
                <a:ln>
                  <a:noFill/>
                </a:ln>
                <a:solidFill>
                  <a:schemeClr val="tx1"/>
                </a:solidFill>
                <a:effectLst/>
                <a:latin typeface="Times" panose="02020603050405020304" pitchFamily="18" charset="0"/>
                <a:cs typeface="Times" panose="02020603050405020304" pitchFamily="18" charset="0"/>
              </a:rPr>
              <a:t>Employs microcontrollers such as ESP32 to process sensor data and control actuators</a:t>
            </a: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800" b="0" i="0" u="none" strike="noStrike" cap="none" normalizeH="0" baseline="0" dirty="0">
                <a:ln>
                  <a:noFill/>
                </a:ln>
                <a:solidFill>
                  <a:schemeClr val="tx1"/>
                </a:solidFill>
                <a:effectLst/>
                <a:latin typeface="Times" panose="02020603050405020304" pitchFamily="18" charset="0"/>
                <a:cs typeface="Times" panose="02020603050405020304" pitchFamily="18" charset="0"/>
              </a:rPr>
              <a:t>Provides real-time vehicle tracking and basic safety alerts</a:t>
            </a: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800" b="0" i="0" u="none" strike="noStrike" cap="none" normalizeH="0" baseline="0" dirty="0">
                <a:ln>
                  <a:noFill/>
                </a:ln>
                <a:solidFill>
                  <a:schemeClr val="tx1"/>
                </a:solidFill>
                <a:effectLst/>
                <a:latin typeface="Times" panose="02020603050405020304" pitchFamily="18" charset="0"/>
                <a:cs typeface="Times" panose="02020603050405020304" pitchFamily="18" charset="0"/>
              </a:rPr>
              <a:t>Faces challenges such as sensor calibration and data accuracy</a:t>
            </a: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800" b="1" i="0" u="none" strike="noStrike" cap="none" normalizeH="0" baseline="0" dirty="0">
                <a:ln>
                  <a:noFill/>
                </a:ln>
                <a:solidFill>
                  <a:schemeClr val="tx1"/>
                </a:solidFill>
                <a:effectLst/>
                <a:latin typeface="Times" panose="02020603050405020304" pitchFamily="18" charset="0"/>
                <a:cs typeface="Times" panose="02020603050405020304" pitchFamily="18" charset="0"/>
              </a:rPr>
              <a:t>Limited integration of advanced security features like biometric authentication</a:t>
            </a:r>
          </a:p>
        </p:txBody>
      </p:sp>
    </p:spTree>
    <p:extLst>
      <p:ext uri="{BB962C8B-B14F-4D97-AF65-F5344CB8AC3E}">
        <p14:creationId xmlns:p14="http://schemas.microsoft.com/office/powerpoint/2010/main" val="34008429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7FF812-B924-DA40-DE00-4FBF06AD00EC}"/>
              </a:ext>
            </a:extLst>
          </p:cNvPr>
          <p:cNvSpPr>
            <a:spLocks noGrp="1"/>
          </p:cNvSpPr>
          <p:nvPr>
            <p:ph type="title"/>
          </p:nvPr>
        </p:nvSpPr>
        <p:spPr/>
        <p:txBody>
          <a:bodyPr/>
          <a:lstStyle/>
          <a:p>
            <a:r>
              <a:rPr lang="en-IN" sz="2800" b="1" dirty="0">
                <a:solidFill>
                  <a:schemeClr val="bg1"/>
                </a:solidFill>
                <a:latin typeface="Arial Black" panose="020B0A04020102020204" pitchFamily="34" charset="0"/>
              </a:rPr>
              <a:t>PROPOSED SYSTEM</a:t>
            </a:r>
            <a:br>
              <a:rPr lang="en-IN" sz="4400" b="1" dirty="0">
                <a:solidFill>
                  <a:schemeClr val="bg1"/>
                </a:solidFill>
                <a:latin typeface="Arial Black" panose="020B0A04020102020204" pitchFamily="34" charset="0"/>
              </a:rPr>
            </a:br>
            <a:endParaRPr lang="en-IN" dirty="0"/>
          </a:p>
        </p:txBody>
      </p:sp>
      <p:sp>
        <p:nvSpPr>
          <p:cNvPr id="3" name="Content Placeholder 2">
            <a:extLst>
              <a:ext uri="{FF2B5EF4-FFF2-40B4-BE49-F238E27FC236}">
                <a16:creationId xmlns:a16="http://schemas.microsoft.com/office/drawing/2014/main" id="{DDB30C64-A8E4-597D-351F-42E3694C7FEE}"/>
              </a:ext>
            </a:extLst>
          </p:cNvPr>
          <p:cNvSpPr>
            <a:spLocks noGrp="1"/>
          </p:cNvSpPr>
          <p:nvPr>
            <p:ph idx="1"/>
          </p:nvPr>
        </p:nvSpPr>
        <p:spPr>
          <a:xfrm>
            <a:off x="457200" y="1166018"/>
            <a:ext cx="8229600" cy="4525963"/>
          </a:xfrm>
        </p:spPr>
        <p:txBody>
          <a:bodyPr/>
          <a:lstStyle/>
          <a:p>
            <a:pPr lvl="0" algn="just">
              <a:spcBef>
                <a:spcPct val="0"/>
              </a:spcBef>
              <a:buFont typeface="Wingdings" panose="05000000000000000000" pitchFamily="2" charset="2"/>
              <a:buChar char="v"/>
            </a:pPr>
            <a:r>
              <a:rPr lang="en-US" altLang="en-US" sz="1800" dirty="0">
                <a:latin typeface="Times" panose="02020603050405020304" pitchFamily="18" charset="0"/>
                <a:cs typeface="Times" panose="02020603050405020304" pitchFamily="18" charset="0"/>
              </a:rPr>
              <a:t>Verifies driver identity using biometric authentication before allowing vehicle operation</a:t>
            </a:r>
          </a:p>
          <a:p>
            <a:pPr lvl="0" algn="just">
              <a:spcBef>
                <a:spcPct val="0"/>
              </a:spcBef>
              <a:buFont typeface="Wingdings" panose="05000000000000000000" pitchFamily="2" charset="2"/>
              <a:buChar char="v"/>
            </a:pPr>
            <a:r>
              <a:rPr lang="en-US" altLang="en-US" sz="1800" b="1" dirty="0">
                <a:latin typeface="Times" panose="02020603050405020304" pitchFamily="18" charset="0"/>
                <a:cs typeface="Times" panose="02020603050405020304" pitchFamily="18" charset="0"/>
              </a:rPr>
              <a:t>Uses Python-based face recognition to prevent vehicle theft and unauthorized access</a:t>
            </a:r>
          </a:p>
          <a:p>
            <a:pPr lvl="0" algn="just">
              <a:spcBef>
                <a:spcPct val="0"/>
              </a:spcBef>
              <a:buFont typeface="Wingdings" panose="05000000000000000000" pitchFamily="2" charset="2"/>
              <a:buChar char="v"/>
            </a:pPr>
            <a:r>
              <a:rPr lang="en-US" altLang="en-US" sz="1800" dirty="0">
                <a:latin typeface="Times" panose="02020603050405020304" pitchFamily="18" charset="0"/>
                <a:cs typeface="Times" panose="02020603050405020304" pitchFamily="18" charset="0"/>
              </a:rPr>
              <a:t>Enhances security while maintaining ease of use for authorized drivers</a:t>
            </a:r>
          </a:p>
          <a:p>
            <a:pPr lvl="0" algn="just">
              <a:spcBef>
                <a:spcPct val="0"/>
              </a:spcBef>
              <a:buFont typeface="Wingdings" panose="05000000000000000000" pitchFamily="2" charset="2"/>
              <a:buChar char="v"/>
            </a:pPr>
            <a:r>
              <a:rPr lang="en-US" altLang="en-US" sz="1800" b="1" dirty="0">
                <a:latin typeface="Times" panose="02020603050405020304" pitchFamily="18" charset="0"/>
                <a:cs typeface="Times" panose="02020603050405020304" pitchFamily="18" charset="0"/>
              </a:rPr>
              <a:t>Generates instant alerts when driver fatigue is detected to reduce accident risk</a:t>
            </a:r>
          </a:p>
          <a:p>
            <a:pPr lvl="0" algn="just">
              <a:spcBef>
                <a:spcPct val="0"/>
              </a:spcBef>
              <a:buFont typeface="Wingdings" panose="05000000000000000000" pitchFamily="2" charset="2"/>
              <a:buChar char="v"/>
            </a:pPr>
            <a:r>
              <a:rPr lang="en-US" altLang="en-US" sz="1800" dirty="0">
                <a:latin typeface="Times" panose="02020603050405020304" pitchFamily="18" charset="0"/>
                <a:cs typeface="Times" panose="02020603050405020304" pitchFamily="18" charset="0"/>
              </a:rPr>
              <a:t>Includes alcohol detection to prevent drunk driving</a:t>
            </a:r>
          </a:p>
          <a:p>
            <a:pPr lvl="0" algn="just">
              <a:spcBef>
                <a:spcPct val="0"/>
              </a:spcBef>
              <a:buFont typeface="Wingdings" panose="05000000000000000000" pitchFamily="2" charset="2"/>
              <a:buChar char="v"/>
            </a:pPr>
            <a:r>
              <a:rPr lang="en-US" altLang="en-US" sz="1800" b="1" dirty="0">
                <a:latin typeface="Times" panose="02020603050405020304" pitchFamily="18" charset="0"/>
                <a:cs typeface="Times" panose="02020603050405020304" pitchFamily="18" charset="0"/>
              </a:rPr>
              <a:t>Uses GPS and GSM modules for accident detection and automatic emergency notifications</a:t>
            </a:r>
          </a:p>
          <a:p>
            <a:pPr lvl="0" algn="just">
              <a:spcBef>
                <a:spcPct val="0"/>
              </a:spcBef>
              <a:buFont typeface="Wingdings" panose="05000000000000000000" pitchFamily="2" charset="2"/>
              <a:buChar char="v"/>
            </a:pPr>
            <a:r>
              <a:rPr lang="en-US" altLang="en-US" sz="1800" dirty="0">
                <a:latin typeface="Times" panose="02020603050405020304" pitchFamily="18" charset="0"/>
                <a:cs typeface="Times" panose="02020603050405020304" pitchFamily="18" charset="0"/>
              </a:rPr>
              <a:t>Provides a cost-effective, reliable, and integrated system compared to standalone solutions</a:t>
            </a:r>
          </a:p>
        </p:txBody>
      </p:sp>
    </p:spTree>
    <p:extLst>
      <p:ext uri="{BB962C8B-B14F-4D97-AF65-F5344CB8AC3E}">
        <p14:creationId xmlns:p14="http://schemas.microsoft.com/office/powerpoint/2010/main" val="33620532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A1C571-35E4-2D3C-4BEE-2F19256487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F6A37A-2AF9-6242-E104-1BFBAB6A0F79}"/>
              </a:ext>
            </a:extLst>
          </p:cNvPr>
          <p:cNvSpPr>
            <a:spLocks noGrp="1"/>
          </p:cNvSpPr>
          <p:nvPr>
            <p:ph type="title"/>
          </p:nvPr>
        </p:nvSpPr>
        <p:spPr/>
        <p:txBody>
          <a:bodyPr/>
          <a:lstStyle/>
          <a:p>
            <a:r>
              <a:rPr lang="en-IN" sz="2800" b="1" dirty="0">
                <a:solidFill>
                  <a:schemeClr val="bg1"/>
                </a:solidFill>
                <a:latin typeface="Arial Black" panose="020B0A04020102020204" pitchFamily="34" charset="0"/>
              </a:rPr>
              <a:t>Methodology</a:t>
            </a:r>
            <a:br>
              <a:rPr lang="en-IN" sz="4400" b="1" dirty="0">
                <a:solidFill>
                  <a:schemeClr val="bg1"/>
                </a:solidFill>
                <a:latin typeface="Arial Black" panose="020B0A04020102020204" pitchFamily="34" charset="0"/>
              </a:rPr>
            </a:br>
            <a:endParaRPr lang="en-IN" dirty="0"/>
          </a:p>
        </p:txBody>
      </p:sp>
      <p:sp>
        <p:nvSpPr>
          <p:cNvPr id="3" name="Content Placeholder 2">
            <a:extLst>
              <a:ext uri="{FF2B5EF4-FFF2-40B4-BE49-F238E27FC236}">
                <a16:creationId xmlns:a16="http://schemas.microsoft.com/office/drawing/2014/main" id="{ED4BC398-EA37-B320-4D1F-5F24C3AF4131}"/>
              </a:ext>
            </a:extLst>
          </p:cNvPr>
          <p:cNvSpPr>
            <a:spLocks noGrp="1"/>
          </p:cNvSpPr>
          <p:nvPr>
            <p:ph idx="1"/>
          </p:nvPr>
        </p:nvSpPr>
        <p:spPr>
          <a:xfrm>
            <a:off x="457200" y="1166018"/>
            <a:ext cx="8229600" cy="4525963"/>
          </a:xfrm>
        </p:spPr>
        <p:txBody>
          <a:bodyPr/>
          <a:lstStyle/>
          <a:p>
            <a:pPr lvl="0" algn="just">
              <a:spcBef>
                <a:spcPct val="0"/>
              </a:spcBef>
              <a:buFont typeface="Wingdings" panose="05000000000000000000" pitchFamily="2" charset="2"/>
              <a:buChar char="v"/>
            </a:pPr>
            <a:r>
              <a:rPr lang="en-US" altLang="en-US" sz="2400" dirty="0">
                <a:latin typeface="Times" panose="02020603050405020304" pitchFamily="18" charset="0"/>
                <a:cs typeface="Times" panose="02020603050405020304" pitchFamily="18" charset="0"/>
              </a:rPr>
              <a:t>Collect sensor data using ESP32 as the </a:t>
            </a:r>
            <a:r>
              <a:rPr lang="en-US" altLang="en-US" sz="2400" b="1" dirty="0">
                <a:latin typeface="Times" panose="02020603050405020304" pitchFamily="18" charset="0"/>
                <a:cs typeface="Times" panose="02020603050405020304" pitchFamily="18" charset="0"/>
              </a:rPr>
              <a:t>central processing unit</a:t>
            </a:r>
          </a:p>
          <a:p>
            <a:pPr lvl="0" algn="just">
              <a:spcBef>
                <a:spcPct val="0"/>
              </a:spcBef>
              <a:buFont typeface="Wingdings" panose="05000000000000000000" pitchFamily="2" charset="2"/>
              <a:buChar char="v"/>
            </a:pPr>
            <a:r>
              <a:rPr lang="en-US" altLang="en-US" sz="2400" dirty="0">
                <a:latin typeface="Times" panose="02020603050405020304" pitchFamily="18" charset="0"/>
                <a:cs typeface="Times" panose="02020603050405020304" pitchFamily="18" charset="0"/>
              </a:rPr>
              <a:t>Verify seat belt usage before vehicle operation</a:t>
            </a:r>
          </a:p>
          <a:p>
            <a:pPr lvl="0" algn="just">
              <a:spcBef>
                <a:spcPct val="0"/>
              </a:spcBef>
              <a:buFont typeface="Wingdings" panose="05000000000000000000" pitchFamily="2" charset="2"/>
              <a:buChar char="v"/>
            </a:pPr>
            <a:r>
              <a:rPr lang="en-US" altLang="en-US" sz="2400" dirty="0">
                <a:latin typeface="Times" panose="02020603050405020304" pitchFamily="18" charset="0"/>
                <a:cs typeface="Times" panose="02020603050405020304" pitchFamily="18" charset="0"/>
              </a:rPr>
              <a:t>Detect alcohol presence using the alcohol sensor</a:t>
            </a:r>
          </a:p>
          <a:p>
            <a:pPr lvl="0" algn="just">
              <a:spcBef>
                <a:spcPct val="0"/>
              </a:spcBef>
              <a:buFont typeface="Wingdings" panose="05000000000000000000" pitchFamily="2" charset="2"/>
              <a:buChar char="v"/>
            </a:pPr>
            <a:r>
              <a:rPr lang="en-US" altLang="en-US" sz="2400" dirty="0">
                <a:latin typeface="Times" panose="02020603050405020304" pitchFamily="18" charset="0"/>
                <a:cs typeface="Times" panose="02020603050405020304" pitchFamily="18" charset="0"/>
              </a:rPr>
              <a:t>Identify accidents using the vibration sensor</a:t>
            </a:r>
          </a:p>
          <a:p>
            <a:pPr lvl="0" algn="just">
              <a:spcBef>
                <a:spcPct val="0"/>
              </a:spcBef>
              <a:buFont typeface="Wingdings" panose="05000000000000000000" pitchFamily="2" charset="2"/>
              <a:buChar char="v"/>
            </a:pPr>
            <a:r>
              <a:rPr lang="en-US" altLang="en-US" sz="2400" dirty="0">
                <a:latin typeface="Times" panose="02020603050405020304" pitchFamily="18" charset="0"/>
                <a:cs typeface="Times" panose="02020603050405020304" pitchFamily="18" charset="0"/>
              </a:rPr>
              <a:t>Acquire real-time vehicle location using the GPS module</a:t>
            </a:r>
          </a:p>
          <a:p>
            <a:pPr lvl="0" algn="just">
              <a:spcBef>
                <a:spcPct val="0"/>
              </a:spcBef>
              <a:buFont typeface="Wingdings" panose="05000000000000000000" pitchFamily="2" charset="2"/>
              <a:buChar char="v"/>
            </a:pPr>
            <a:r>
              <a:rPr lang="en-US" altLang="en-US" sz="2400" dirty="0">
                <a:latin typeface="Times" panose="02020603050405020304" pitchFamily="18" charset="0"/>
                <a:cs typeface="Times" panose="02020603050405020304" pitchFamily="18" charset="0"/>
              </a:rPr>
              <a:t>Send emergency alerts through the GSM module</a:t>
            </a:r>
          </a:p>
          <a:p>
            <a:pPr lvl="0" algn="just">
              <a:spcBef>
                <a:spcPct val="0"/>
              </a:spcBef>
              <a:buFont typeface="Wingdings" panose="05000000000000000000" pitchFamily="2" charset="2"/>
              <a:buChar char="v"/>
            </a:pPr>
            <a:r>
              <a:rPr lang="en-US" altLang="en-US" sz="2400" dirty="0">
                <a:latin typeface="Times" panose="02020603050405020304" pitchFamily="18" charset="0"/>
                <a:cs typeface="Times" panose="02020603050405020304" pitchFamily="18" charset="0"/>
              </a:rPr>
              <a:t>Control vehicle using a relay based on system </a:t>
            </a:r>
            <a:r>
              <a:rPr lang="en-US" altLang="en-US" sz="2400" dirty="0" err="1">
                <a:latin typeface="Times" panose="02020603050405020304" pitchFamily="18" charset="0"/>
                <a:cs typeface="Times" panose="02020603050405020304" pitchFamily="18" charset="0"/>
              </a:rPr>
              <a:t>decisionsignition</a:t>
            </a:r>
            <a:r>
              <a:rPr lang="en-US" altLang="en-US" sz="2400" dirty="0">
                <a:latin typeface="Times" panose="02020603050405020304" pitchFamily="18" charset="0"/>
                <a:cs typeface="Times" panose="02020603050405020304" pitchFamily="18" charset="0"/>
              </a:rPr>
              <a:t>.</a:t>
            </a:r>
          </a:p>
        </p:txBody>
      </p:sp>
    </p:spTree>
    <p:extLst>
      <p:ext uri="{BB962C8B-B14F-4D97-AF65-F5344CB8AC3E}">
        <p14:creationId xmlns:p14="http://schemas.microsoft.com/office/powerpoint/2010/main" val="31240671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AutoShape 2" descr="AI Agents in Human Resource"/>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IN"/>
          </a:p>
        </p:txBody>
      </p:sp>
      <p:sp>
        <p:nvSpPr>
          <p:cNvPr id="5" name="Rectangle 1">
            <a:extLst>
              <a:ext uri="{FF2B5EF4-FFF2-40B4-BE49-F238E27FC236}">
                <a16:creationId xmlns:a16="http://schemas.microsoft.com/office/drawing/2014/main" id="{66E69A77-8F54-D9CB-713F-F7DEECCD7F8B}"/>
              </a:ext>
            </a:extLst>
          </p:cNvPr>
          <p:cNvSpPr/>
          <p:nvPr/>
        </p:nvSpPr>
        <p:spPr>
          <a:xfrm>
            <a:off x="3810000" y="127969"/>
            <a:ext cx="3642320" cy="523220"/>
          </a:xfrm>
          <a:prstGeom prst="rect">
            <a:avLst/>
          </a:prstGeom>
        </p:spPr>
        <p:txBody>
          <a:bodyPr wrap="square">
            <a:spAutoFit/>
          </a:bodyPr>
          <a:lstStyle/>
          <a:p>
            <a:r>
              <a:rPr lang="en-US" sz="2800" b="1" kern="0" cap="all" dirty="0">
                <a:solidFill>
                  <a:schemeClr val="bg1"/>
                </a:solidFill>
                <a:latin typeface="Arial Black" panose="020B0A04020102020204" pitchFamily="34" charset="0"/>
                <a:cs typeface="Aharoni" pitchFamily="2" charset="-79"/>
              </a:rPr>
              <a:t>Block Diagram</a:t>
            </a:r>
            <a:endParaRPr lang="en-IN" sz="2800" dirty="0">
              <a:solidFill>
                <a:schemeClr val="bg1"/>
              </a:solidFill>
            </a:endParaRPr>
          </a:p>
        </p:txBody>
      </p:sp>
      <p:pic>
        <p:nvPicPr>
          <p:cNvPr id="3" name="Picture 2">
            <a:extLst>
              <a:ext uri="{FF2B5EF4-FFF2-40B4-BE49-F238E27FC236}">
                <a16:creationId xmlns:a16="http://schemas.microsoft.com/office/drawing/2014/main" id="{DAA969AF-EA59-3BB1-974A-3528D319FF36}"/>
              </a:ext>
            </a:extLst>
          </p:cNvPr>
          <p:cNvPicPr>
            <a:picLocks noChangeAspect="1"/>
          </p:cNvPicPr>
          <p:nvPr/>
        </p:nvPicPr>
        <p:blipFill>
          <a:blip r:embed="rId2"/>
          <a:stretch>
            <a:fillRect/>
          </a:stretch>
        </p:blipFill>
        <p:spPr>
          <a:xfrm>
            <a:off x="2928708" y="1442760"/>
            <a:ext cx="3286584" cy="3972479"/>
          </a:xfrm>
          <a:prstGeom prst="rect">
            <a:avLst/>
          </a:prstGeom>
        </p:spPr>
      </p:pic>
    </p:spTree>
    <p:extLst>
      <p:ext uri="{BB962C8B-B14F-4D97-AF65-F5344CB8AC3E}">
        <p14:creationId xmlns:p14="http://schemas.microsoft.com/office/powerpoint/2010/main" val="42805957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0DE24693-CE98-1F7E-B466-F6ABCC69CDC0}"/>
              </a:ext>
            </a:extLst>
          </p:cNvPr>
          <p:cNvPicPr>
            <a:picLocks noGrp="1" noChangeAspect="1"/>
          </p:cNvPicPr>
          <p:nvPr>
            <p:ph idx="1"/>
          </p:nvPr>
        </p:nvPicPr>
        <p:blipFill>
          <a:blip r:embed="rId2"/>
          <a:stretch>
            <a:fillRect/>
          </a:stretch>
        </p:blipFill>
        <p:spPr bwMode="auto">
          <a:xfrm>
            <a:off x="726742" y="1600200"/>
            <a:ext cx="7690515" cy="4525963"/>
          </a:xfrm>
          <a:prstGeom prst="rect">
            <a:avLst/>
          </a:prstGeom>
          <a:noFill/>
          <a:ln w="9525">
            <a:noFill/>
            <a:miter lim="800000"/>
          </a:ln>
        </p:spPr>
      </p:pic>
      <p:sp>
        <p:nvSpPr>
          <p:cNvPr id="6" name="Rectangle 1">
            <a:extLst>
              <a:ext uri="{FF2B5EF4-FFF2-40B4-BE49-F238E27FC236}">
                <a16:creationId xmlns:a16="http://schemas.microsoft.com/office/drawing/2014/main" id="{5598CCA3-516B-E387-CFED-059D9E038CC3}"/>
              </a:ext>
            </a:extLst>
          </p:cNvPr>
          <p:cNvSpPr/>
          <p:nvPr/>
        </p:nvSpPr>
        <p:spPr>
          <a:xfrm>
            <a:off x="2915816" y="127969"/>
            <a:ext cx="4536504" cy="523220"/>
          </a:xfrm>
          <a:prstGeom prst="rect">
            <a:avLst/>
          </a:prstGeom>
        </p:spPr>
        <p:txBody>
          <a:bodyPr wrap="square">
            <a:spAutoFit/>
          </a:bodyPr>
          <a:lstStyle/>
          <a:p>
            <a:r>
              <a:rPr lang="en-US" sz="2800" b="1" kern="0" cap="all" dirty="0">
                <a:solidFill>
                  <a:schemeClr val="bg1"/>
                </a:solidFill>
                <a:latin typeface="Arial Black" panose="020B0A04020102020204" pitchFamily="34" charset="0"/>
                <a:cs typeface="Aharoni" pitchFamily="2" charset="-79"/>
              </a:rPr>
              <a:t>Wiring Diagram</a:t>
            </a:r>
            <a:endParaRPr lang="en-IN" sz="2800" dirty="0">
              <a:solidFill>
                <a:schemeClr val="bg1"/>
              </a:solidFill>
            </a:endParaRPr>
          </a:p>
        </p:txBody>
      </p:sp>
    </p:spTree>
    <p:extLst>
      <p:ext uri="{BB962C8B-B14F-4D97-AF65-F5344CB8AC3E}">
        <p14:creationId xmlns:p14="http://schemas.microsoft.com/office/powerpoint/2010/main" val="18888160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722586-D465-A887-C827-EADAC8646799}"/>
            </a:ext>
          </a:extLst>
        </p:cNvPr>
        <p:cNvGrpSpPr/>
        <p:nvPr/>
      </p:nvGrpSpPr>
      <p:grpSpPr>
        <a:xfrm>
          <a:off x="0" y="0"/>
          <a:ext cx="0" cy="0"/>
          <a:chOff x="0" y="0"/>
          <a:chExt cx="0" cy="0"/>
        </a:xfrm>
      </p:grpSpPr>
      <p:sp>
        <p:nvSpPr>
          <p:cNvPr id="6" name="Rectangle 1">
            <a:extLst>
              <a:ext uri="{FF2B5EF4-FFF2-40B4-BE49-F238E27FC236}">
                <a16:creationId xmlns:a16="http://schemas.microsoft.com/office/drawing/2014/main" id="{95365080-8107-172F-EF46-4202B400A850}"/>
              </a:ext>
            </a:extLst>
          </p:cNvPr>
          <p:cNvSpPr/>
          <p:nvPr/>
        </p:nvSpPr>
        <p:spPr>
          <a:xfrm>
            <a:off x="2123728" y="127969"/>
            <a:ext cx="5328592" cy="523220"/>
          </a:xfrm>
          <a:prstGeom prst="rect">
            <a:avLst/>
          </a:prstGeom>
        </p:spPr>
        <p:txBody>
          <a:bodyPr wrap="square">
            <a:spAutoFit/>
          </a:bodyPr>
          <a:lstStyle/>
          <a:p>
            <a:r>
              <a:rPr lang="en-US" sz="2800" b="1" kern="0" cap="all" dirty="0">
                <a:solidFill>
                  <a:schemeClr val="bg1"/>
                </a:solidFill>
                <a:latin typeface="Arial Black" panose="020B0A04020102020204" pitchFamily="34" charset="0"/>
                <a:cs typeface="Aharoni" pitchFamily="2" charset="-79"/>
              </a:rPr>
              <a:t>Block  of DOOR LOCK</a:t>
            </a:r>
            <a:endParaRPr lang="en-IN" sz="2800" dirty="0">
              <a:solidFill>
                <a:schemeClr val="bg1"/>
              </a:solidFill>
            </a:endParaRPr>
          </a:p>
        </p:txBody>
      </p:sp>
      <p:pic>
        <p:nvPicPr>
          <p:cNvPr id="7" name="Content Placeholder 6">
            <a:extLst>
              <a:ext uri="{FF2B5EF4-FFF2-40B4-BE49-F238E27FC236}">
                <a16:creationId xmlns:a16="http://schemas.microsoft.com/office/drawing/2014/main" id="{9006899D-CC4E-C84A-B6E7-47B5C96CB1AB}"/>
              </a:ext>
            </a:extLst>
          </p:cNvPr>
          <p:cNvPicPr>
            <a:picLocks noGrp="1" noChangeAspect="1"/>
          </p:cNvPicPr>
          <p:nvPr>
            <p:ph idx="1"/>
          </p:nvPr>
        </p:nvPicPr>
        <p:blipFill>
          <a:blip r:embed="rId2"/>
          <a:stretch>
            <a:fillRect/>
          </a:stretch>
        </p:blipFill>
        <p:spPr bwMode="auto">
          <a:xfrm>
            <a:off x="2150939" y="1484784"/>
            <a:ext cx="4701947" cy="3452159"/>
          </a:xfrm>
          <a:prstGeom prst="rect">
            <a:avLst/>
          </a:prstGeom>
          <a:noFill/>
          <a:ln w="9525">
            <a:noFill/>
            <a:miter lim="800000"/>
          </a:ln>
        </p:spPr>
      </p:pic>
    </p:spTree>
    <p:extLst>
      <p:ext uri="{BB962C8B-B14F-4D97-AF65-F5344CB8AC3E}">
        <p14:creationId xmlns:p14="http://schemas.microsoft.com/office/powerpoint/2010/main" val="8407130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BCBFF245-67CB-3DF7-B9AB-58DB8112F003}"/>
              </a:ext>
            </a:extLst>
          </p:cNvPr>
          <p:cNvPicPr>
            <a:picLocks noGrp="1" noChangeAspect="1"/>
          </p:cNvPicPr>
          <p:nvPr>
            <p:ph idx="1"/>
          </p:nvPr>
        </p:nvPicPr>
        <p:blipFill>
          <a:blip r:embed="rId2"/>
          <a:stretch>
            <a:fillRect/>
          </a:stretch>
        </p:blipFill>
        <p:spPr bwMode="auto">
          <a:xfrm>
            <a:off x="2051720" y="991269"/>
            <a:ext cx="5790674" cy="4525963"/>
          </a:xfrm>
          <a:prstGeom prst="rect">
            <a:avLst/>
          </a:prstGeom>
          <a:noFill/>
          <a:ln w="9525">
            <a:noFill/>
            <a:miter lim="800000"/>
          </a:ln>
        </p:spPr>
      </p:pic>
      <p:sp>
        <p:nvSpPr>
          <p:cNvPr id="6" name="Rectangle 1">
            <a:extLst>
              <a:ext uri="{FF2B5EF4-FFF2-40B4-BE49-F238E27FC236}">
                <a16:creationId xmlns:a16="http://schemas.microsoft.com/office/drawing/2014/main" id="{BB7EED5D-CF8B-4514-27EA-8FD586EF7FC6}"/>
              </a:ext>
            </a:extLst>
          </p:cNvPr>
          <p:cNvSpPr/>
          <p:nvPr/>
        </p:nvSpPr>
        <p:spPr>
          <a:xfrm>
            <a:off x="2123728" y="127969"/>
            <a:ext cx="5328592" cy="523220"/>
          </a:xfrm>
          <a:prstGeom prst="rect">
            <a:avLst/>
          </a:prstGeom>
        </p:spPr>
        <p:txBody>
          <a:bodyPr wrap="square">
            <a:spAutoFit/>
          </a:bodyPr>
          <a:lstStyle/>
          <a:p>
            <a:r>
              <a:rPr lang="en-US" sz="2800" b="1" kern="0" cap="all" dirty="0">
                <a:solidFill>
                  <a:schemeClr val="bg1"/>
                </a:solidFill>
                <a:latin typeface="Arial Black" panose="020B0A04020102020204" pitchFamily="34" charset="0"/>
                <a:cs typeface="Aharoni" pitchFamily="2" charset="-79"/>
              </a:rPr>
              <a:t>CODE of DOOR LOCK</a:t>
            </a:r>
            <a:endParaRPr lang="en-IN" sz="2800" dirty="0">
              <a:solidFill>
                <a:schemeClr val="bg1"/>
              </a:solidFill>
            </a:endParaRPr>
          </a:p>
        </p:txBody>
      </p:sp>
    </p:spTree>
    <p:extLst>
      <p:ext uri="{BB962C8B-B14F-4D97-AF65-F5344CB8AC3E}">
        <p14:creationId xmlns:p14="http://schemas.microsoft.com/office/powerpoint/2010/main" val="12048085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8" name="Slide Number Placeholder 3"/>
          <p:cNvSpPr>
            <a:spLocks noGrp="1"/>
          </p:cNvSpPr>
          <p:nvPr>
            <p:ph type="sldNum" sz="quarter" idx="12"/>
          </p:nvPr>
        </p:nvSpPr>
        <p:spPr/>
        <p:txBody>
          <a:bodyPr/>
          <a:lstStyle/>
          <a:p>
            <a:fld id="{D8278AF2-EEAB-4E16-B9F6-8261A3C88013}" type="slidenum">
              <a:rPr lang="en-US">
                <a:solidFill>
                  <a:prstClr val="black">
                    <a:tint val="75000"/>
                  </a:prstClr>
                </a:solidFill>
              </a:rPr>
              <a:pPr/>
              <a:t>15</a:t>
            </a:fld>
            <a:endParaRPr lang="en-US">
              <a:solidFill>
                <a:prstClr val="black">
                  <a:tint val="75000"/>
                </a:prstClr>
              </a:solidFill>
            </a:endParaRPr>
          </a:p>
        </p:txBody>
      </p:sp>
      <p:sp>
        <p:nvSpPr>
          <p:cNvPr id="1048589" name="Rectangle 20"/>
          <p:cNvSpPr/>
          <p:nvPr/>
        </p:nvSpPr>
        <p:spPr>
          <a:xfrm>
            <a:off x="3229076" y="160338"/>
            <a:ext cx="3942080" cy="579882"/>
          </a:xfrm>
          <a:prstGeom prst="rect">
            <a:avLst/>
          </a:prstGeom>
        </p:spPr>
        <p:txBody>
          <a:bodyPr wrap="none">
            <a:spAutoFit/>
          </a:bodyPr>
          <a:lstStyle/>
          <a:p>
            <a:pPr algn="ctr" fontAlgn="auto">
              <a:spcBef>
                <a:spcPts val="0"/>
              </a:spcBef>
              <a:spcAft>
                <a:spcPts val="0"/>
              </a:spcAft>
            </a:pPr>
            <a:r>
              <a:rPr lang="en-US" sz="2800" b="1" cap="all" dirty="0">
                <a:solidFill>
                  <a:schemeClr val="bg1"/>
                </a:solidFill>
                <a:latin typeface="Arial Black" panose="020B0A04020102020204" pitchFamily="34" charset="0"/>
                <a:cs typeface="Aharoni" pitchFamily="2" charset="-79"/>
              </a:rPr>
              <a:t>SOFTWARE TOOL USED</a:t>
            </a:r>
          </a:p>
        </p:txBody>
      </p:sp>
      <p:sp>
        <p:nvSpPr>
          <p:cNvPr id="6" name="Rectangle 4">
            <a:extLst>
              <a:ext uri="{FF2B5EF4-FFF2-40B4-BE49-F238E27FC236}">
                <a16:creationId xmlns:a16="http://schemas.microsoft.com/office/drawing/2014/main" id="{38405ECB-983D-07B0-4DA3-0E66C3967551}"/>
              </a:ext>
            </a:extLst>
          </p:cNvPr>
          <p:cNvSpPr>
            <a:spLocks noChangeArrowheads="1"/>
          </p:cNvSpPr>
          <p:nvPr/>
        </p:nvSpPr>
        <p:spPr bwMode="auto">
          <a:xfrm>
            <a:off x="611560" y="1401743"/>
            <a:ext cx="7848872"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panose="02020603050405020304" pitchFamily="18" charset="0"/>
                <a:cs typeface="Times" panose="02020603050405020304" pitchFamily="18" charset="0"/>
              </a:rPr>
              <a:t>Arduino IDE:</a:t>
            </a:r>
            <a:r>
              <a:rPr kumimoji="0" lang="en-US" altLang="en-US" sz="1800" b="0" i="0" u="none" strike="noStrike" cap="none" normalizeH="0" baseline="0" dirty="0">
                <a:ln>
                  <a:noFill/>
                </a:ln>
                <a:solidFill>
                  <a:schemeClr val="tx1"/>
                </a:solidFill>
                <a:effectLst/>
                <a:latin typeface="Times" panose="02020603050405020304" pitchFamily="18" charset="0"/>
                <a:cs typeface="Times" panose="02020603050405020304" pitchFamily="18" charset="0"/>
              </a:rPr>
              <a:t> Used to write and upload programs to the Arduino UNO and ESP32. It helps control sensors, relays, and communication modules.</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Times" panose="02020603050405020304" pitchFamily="18" charset="0"/>
              <a:cs typeface="Times" panose="02020603050405020304" pitchFamily="18" charset="0"/>
            </a:endParaRPr>
          </a:p>
        </p:txBody>
      </p:sp>
      <p:pic>
        <p:nvPicPr>
          <p:cNvPr id="1028" name="Picture 4" descr="How to Run Your Arduino Sketches: A ...">
            <a:extLst>
              <a:ext uri="{FF2B5EF4-FFF2-40B4-BE49-F238E27FC236}">
                <a16:creationId xmlns:a16="http://schemas.microsoft.com/office/drawing/2014/main" id="{B6CC6CFC-6FD9-5D5F-D699-FCEFB408C82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06278" y="2247730"/>
            <a:ext cx="1350246" cy="92333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39A1462E-CA63-974E-3B01-4860ED3D11C6}"/>
              </a:ext>
            </a:extLst>
          </p:cNvPr>
          <p:cNvSpPr txBox="1"/>
          <p:nvPr/>
        </p:nvSpPr>
        <p:spPr>
          <a:xfrm>
            <a:off x="611560" y="3441476"/>
            <a:ext cx="7848872" cy="923330"/>
          </a:xfrm>
          <a:prstGeom prst="rect">
            <a:avLst/>
          </a:prstGeom>
          <a:noFill/>
        </p:spPr>
        <p:txBody>
          <a:bodyPr wrap="square">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panose="02020603050405020304" pitchFamily="18" charset="0"/>
                <a:cs typeface="Times" panose="02020603050405020304" pitchFamily="18" charset="0"/>
              </a:rPr>
              <a:t>Python:</a:t>
            </a:r>
            <a:r>
              <a:rPr kumimoji="0" lang="en-US" altLang="en-US" sz="1800" b="0" i="0" u="none" strike="noStrike" cap="none" normalizeH="0" baseline="0" dirty="0">
                <a:ln>
                  <a:noFill/>
                </a:ln>
                <a:solidFill>
                  <a:schemeClr val="tx1"/>
                </a:solidFill>
                <a:effectLst/>
                <a:latin typeface="Times" panose="02020603050405020304" pitchFamily="18" charset="0"/>
                <a:cs typeface="Times" panose="02020603050405020304" pitchFamily="18" charset="0"/>
              </a:rPr>
              <a:t> Used to implement face recognition and driver drowsiness detection through real-time image processing. It enables accurate monitoring and decision-making using computer vision techniques.</a:t>
            </a:r>
          </a:p>
        </p:txBody>
      </p:sp>
      <p:pic>
        <p:nvPicPr>
          <p:cNvPr id="1030" name="Picture 6" descr="10 Reasons to Choose Python for Your ...">
            <a:extLst>
              <a:ext uri="{FF2B5EF4-FFF2-40B4-BE49-F238E27FC236}">
                <a16:creationId xmlns:a16="http://schemas.microsoft.com/office/drawing/2014/main" id="{896F4B02-6C66-9DFA-A3BA-FDE33AB8B20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15816" y="4364806"/>
            <a:ext cx="2857500" cy="16002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advClick="0"/>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A8349B-200E-4ECE-D45A-31EC054DF288}"/>
            </a:ext>
          </a:extLst>
        </p:cNvPr>
        <p:cNvGrpSpPr/>
        <p:nvPr/>
      </p:nvGrpSpPr>
      <p:grpSpPr>
        <a:xfrm>
          <a:off x="0" y="0"/>
          <a:ext cx="0" cy="0"/>
          <a:chOff x="0" y="0"/>
          <a:chExt cx="0" cy="0"/>
        </a:xfrm>
      </p:grpSpPr>
      <p:sp>
        <p:nvSpPr>
          <p:cNvPr id="1048588" name="Slide Number Placeholder 3">
            <a:extLst>
              <a:ext uri="{FF2B5EF4-FFF2-40B4-BE49-F238E27FC236}">
                <a16:creationId xmlns:a16="http://schemas.microsoft.com/office/drawing/2014/main" id="{A71C96A0-5DBE-FF46-A4FB-BF30F50F3640}"/>
              </a:ext>
            </a:extLst>
          </p:cNvPr>
          <p:cNvSpPr>
            <a:spLocks noGrp="1"/>
          </p:cNvSpPr>
          <p:nvPr>
            <p:ph type="sldNum" sz="quarter" idx="12"/>
          </p:nvPr>
        </p:nvSpPr>
        <p:spPr/>
        <p:txBody>
          <a:bodyPr/>
          <a:lstStyle/>
          <a:p>
            <a:fld id="{D8278AF2-EEAB-4E16-B9F6-8261A3C88013}" type="slidenum">
              <a:rPr lang="en-US">
                <a:solidFill>
                  <a:prstClr val="black">
                    <a:tint val="75000"/>
                  </a:prstClr>
                </a:solidFill>
              </a:rPr>
              <a:pPr/>
              <a:t>16</a:t>
            </a:fld>
            <a:endParaRPr lang="en-US">
              <a:solidFill>
                <a:prstClr val="black">
                  <a:tint val="75000"/>
                </a:prstClr>
              </a:solidFill>
            </a:endParaRPr>
          </a:p>
        </p:txBody>
      </p:sp>
      <p:sp>
        <p:nvSpPr>
          <p:cNvPr id="1048589" name="Rectangle 20">
            <a:extLst>
              <a:ext uri="{FF2B5EF4-FFF2-40B4-BE49-F238E27FC236}">
                <a16:creationId xmlns:a16="http://schemas.microsoft.com/office/drawing/2014/main" id="{32526BB0-53EC-90F7-5C32-02EC820FD00B}"/>
              </a:ext>
            </a:extLst>
          </p:cNvPr>
          <p:cNvSpPr/>
          <p:nvPr/>
        </p:nvSpPr>
        <p:spPr>
          <a:xfrm>
            <a:off x="3155198" y="160338"/>
            <a:ext cx="4089839" cy="523220"/>
          </a:xfrm>
          <a:prstGeom prst="rect">
            <a:avLst/>
          </a:prstGeom>
        </p:spPr>
        <p:txBody>
          <a:bodyPr wrap="none">
            <a:spAutoFit/>
          </a:bodyPr>
          <a:lstStyle/>
          <a:p>
            <a:pPr algn="ctr" fontAlgn="auto">
              <a:spcBef>
                <a:spcPts val="0"/>
              </a:spcBef>
              <a:spcAft>
                <a:spcPts val="0"/>
              </a:spcAft>
            </a:pPr>
            <a:r>
              <a:rPr lang="en-US" sz="2800" b="1" cap="all" dirty="0">
                <a:solidFill>
                  <a:schemeClr val="bg1"/>
                </a:solidFill>
                <a:latin typeface="Arial Black" panose="020B0A04020102020204" pitchFamily="34" charset="0"/>
                <a:cs typeface="Aharoni" pitchFamily="2" charset="-79"/>
              </a:rPr>
              <a:t>Algorithms USED</a:t>
            </a:r>
          </a:p>
        </p:txBody>
      </p:sp>
      <p:sp>
        <p:nvSpPr>
          <p:cNvPr id="3" name="TextBox 2">
            <a:extLst>
              <a:ext uri="{FF2B5EF4-FFF2-40B4-BE49-F238E27FC236}">
                <a16:creationId xmlns:a16="http://schemas.microsoft.com/office/drawing/2014/main" id="{6DF57C3E-5D60-4A9E-B7C4-D76D91CEFA82}"/>
              </a:ext>
            </a:extLst>
          </p:cNvPr>
          <p:cNvSpPr txBox="1"/>
          <p:nvPr/>
        </p:nvSpPr>
        <p:spPr>
          <a:xfrm>
            <a:off x="2195736" y="2060848"/>
            <a:ext cx="5184576" cy="2031325"/>
          </a:xfrm>
          <a:prstGeom prst="rect">
            <a:avLst/>
          </a:prstGeom>
          <a:noFill/>
        </p:spPr>
        <p:txBody>
          <a:bodyPr wrap="square">
            <a:spAutoFit/>
          </a:bodyPr>
          <a:lstStyle/>
          <a:p>
            <a:pPr marL="285750" indent="-285750">
              <a:buFont typeface="Wingdings" panose="05000000000000000000" pitchFamily="2" charset="2"/>
              <a:buChar char="Ø"/>
            </a:pPr>
            <a:r>
              <a:rPr lang="en-US" b="1" dirty="0">
                <a:latin typeface="Times" panose="02020603050405020304" pitchFamily="18" charset="0"/>
                <a:cs typeface="Times" panose="02020603050405020304" pitchFamily="18" charset="0"/>
              </a:rPr>
              <a:t>🪟 </a:t>
            </a:r>
            <a:r>
              <a:rPr lang="en-US" b="1" dirty="0" err="1">
                <a:latin typeface="Times" panose="02020603050405020304" pitchFamily="18" charset="0"/>
                <a:cs typeface="Times" panose="02020603050405020304" pitchFamily="18" charset="0"/>
              </a:rPr>
              <a:t>Tkinter</a:t>
            </a:r>
            <a:r>
              <a:rPr lang="en-US" b="1" dirty="0">
                <a:latin typeface="Times" panose="02020603050405020304" pitchFamily="18" charset="0"/>
                <a:cs typeface="Times" panose="02020603050405020304" pitchFamily="18" charset="0"/>
              </a:rPr>
              <a:t> (GUI Module)</a:t>
            </a:r>
          </a:p>
          <a:p>
            <a:pPr marL="285750" indent="-285750">
              <a:buFont typeface="Wingdings" panose="05000000000000000000" pitchFamily="2" charset="2"/>
              <a:buChar char="Ø"/>
            </a:pPr>
            <a:r>
              <a:rPr lang="en-US" dirty="0" err="1">
                <a:latin typeface="Times" panose="02020603050405020304" pitchFamily="18" charset="0"/>
                <a:cs typeface="Times" panose="02020603050405020304" pitchFamily="18" charset="0"/>
              </a:rPr>
              <a:t>Tkinter</a:t>
            </a:r>
            <a:r>
              <a:rPr lang="en-US" dirty="0">
                <a:latin typeface="Times" panose="02020603050405020304" pitchFamily="18" charset="0"/>
                <a:cs typeface="Times" panose="02020603050405020304" pitchFamily="18" charset="0"/>
              </a:rPr>
              <a:t> is Python’s built-in graphical interface library.</a:t>
            </a:r>
          </a:p>
          <a:p>
            <a:pPr marL="285750" indent="-285750">
              <a:buFont typeface="Wingdings" panose="05000000000000000000" pitchFamily="2" charset="2"/>
              <a:buChar char="Ø"/>
            </a:pPr>
            <a:r>
              <a:rPr lang="en-US" dirty="0">
                <a:latin typeface="Times" panose="02020603050405020304" pitchFamily="18" charset="0"/>
                <a:cs typeface="Times" panose="02020603050405020304" pitchFamily="18" charset="0"/>
              </a:rPr>
              <a:t>It creates the project window, buttons, labels, and input fields.</a:t>
            </a:r>
          </a:p>
          <a:p>
            <a:pPr marL="285750" indent="-285750">
              <a:buFont typeface="Wingdings" panose="05000000000000000000" pitchFamily="2" charset="2"/>
              <a:buChar char="Ø"/>
            </a:pPr>
            <a:r>
              <a:rPr lang="en-US" dirty="0">
                <a:latin typeface="Times" panose="02020603050405020304" pitchFamily="18" charset="0"/>
                <a:cs typeface="Times" panose="02020603050405020304" pitchFamily="18" charset="0"/>
              </a:rPr>
              <a:t>Allows users to capture images, train the model, and start recognition through a simple interface.</a:t>
            </a:r>
          </a:p>
        </p:txBody>
      </p:sp>
    </p:spTree>
    <p:extLst>
      <p:ext uri="{BB962C8B-B14F-4D97-AF65-F5344CB8AC3E}">
        <p14:creationId xmlns:p14="http://schemas.microsoft.com/office/powerpoint/2010/main" val="1844682326"/>
      </p:ext>
    </p:extLst>
  </p:cSld>
  <p:clrMapOvr>
    <a:masterClrMapping/>
  </p:clrMapOvr>
  <p:transition advClick="0"/>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D202DD8-BCB5-12CE-94C1-B955DA4CCFEA}"/>
              </a:ext>
            </a:extLst>
          </p:cNvPr>
          <p:cNvPicPr>
            <a:picLocks noChangeAspect="1"/>
          </p:cNvPicPr>
          <p:nvPr/>
        </p:nvPicPr>
        <p:blipFill>
          <a:blip r:embed="rId2"/>
          <a:stretch>
            <a:fillRect/>
          </a:stretch>
        </p:blipFill>
        <p:spPr>
          <a:xfrm>
            <a:off x="3176587" y="3057525"/>
            <a:ext cx="2790825" cy="742950"/>
          </a:xfrm>
          <a:prstGeom prst="rect">
            <a:avLst/>
          </a:prstGeom>
        </p:spPr>
      </p:pic>
      <p:sp>
        <p:nvSpPr>
          <p:cNvPr id="7" name="Rectangle 20">
            <a:extLst>
              <a:ext uri="{FF2B5EF4-FFF2-40B4-BE49-F238E27FC236}">
                <a16:creationId xmlns:a16="http://schemas.microsoft.com/office/drawing/2014/main" id="{152353C0-D512-BC2F-9600-7ADF12A23556}"/>
              </a:ext>
            </a:extLst>
          </p:cNvPr>
          <p:cNvSpPr>
            <a:spLocks noGrp="1"/>
          </p:cNvSpPr>
          <p:nvPr>
            <p:ph type="title"/>
          </p:nvPr>
        </p:nvSpPr>
        <p:spPr>
          <a:xfrm>
            <a:off x="2262224" y="138490"/>
            <a:ext cx="4928273" cy="523220"/>
          </a:xfrm>
          <a:prstGeom prst="rect">
            <a:avLst/>
          </a:prstGeom>
        </p:spPr>
        <p:txBody>
          <a:bodyPr wrap="none">
            <a:spAutoFit/>
          </a:bodyPr>
          <a:lstStyle/>
          <a:p>
            <a:pPr algn="ctr" fontAlgn="auto">
              <a:spcBef>
                <a:spcPts val="0"/>
              </a:spcBef>
              <a:spcAft>
                <a:spcPts val="0"/>
              </a:spcAft>
            </a:pPr>
            <a:r>
              <a:rPr lang="en-US" sz="2800" b="1" cap="all" dirty="0">
                <a:solidFill>
                  <a:schemeClr val="bg1"/>
                </a:solidFill>
                <a:latin typeface="Arial Black" panose="020B0A04020102020204" pitchFamily="34" charset="0"/>
                <a:cs typeface="Aharoni" pitchFamily="2" charset="-79"/>
              </a:rPr>
              <a:t>Hardware TOOL USED</a:t>
            </a:r>
          </a:p>
        </p:txBody>
      </p:sp>
      <p:sp>
        <p:nvSpPr>
          <p:cNvPr id="2" name="Content Placeholder 1">
            <a:extLst>
              <a:ext uri="{FF2B5EF4-FFF2-40B4-BE49-F238E27FC236}">
                <a16:creationId xmlns:a16="http://schemas.microsoft.com/office/drawing/2014/main" id="{F1863F51-88DD-3A78-E597-3389F3C1E0B4}"/>
              </a:ext>
            </a:extLst>
          </p:cNvPr>
          <p:cNvSpPr>
            <a:spLocks noGrp="1"/>
          </p:cNvSpPr>
          <p:nvPr>
            <p:ph idx="1"/>
          </p:nvPr>
        </p:nvSpPr>
        <p:spPr/>
        <p:txBody>
          <a:bodyPr/>
          <a:lstStyle/>
          <a:p>
            <a:pPr lvl="0" algn="just">
              <a:spcBef>
                <a:spcPct val="0"/>
              </a:spcBef>
              <a:buFont typeface="Wingdings" panose="05000000000000000000" pitchFamily="2" charset="2"/>
              <a:buChar char="v"/>
            </a:pPr>
            <a:r>
              <a:rPr lang="en-US" altLang="en-US" sz="1800" b="1" dirty="0">
                <a:latin typeface="Times" panose="02020603050405020304" pitchFamily="18" charset="0"/>
                <a:cs typeface="Times" panose="02020603050405020304" pitchFamily="18" charset="0"/>
              </a:rPr>
              <a:t>ESP32:</a:t>
            </a:r>
            <a:r>
              <a:rPr lang="en-US" altLang="en-US" sz="1800" dirty="0">
                <a:latin typeface="Times" panose="02020603050405020304" pitchFamily="18" charset="0"/>
                <a:cs typeface="Times" panose="02020603050405020304" pitchFamily="18" charset="0"/>
              </a:rPr>
              <a:t> Acts as the main processing and communication unit with built-in Wi-Fi and Bluetooth</a:t>
            </a:r>
          </a:p>
          <a:p>
            <a:pPr lvl="0" algn="just">
              <a:spcBef>
                <a:spcPct val="0"/>
              </a:spcBef>
              <a:buFont typeface="Wingdings" panose="05000000000000000000" pitchFamily="2" charset="2"/>
              <a:buChar char="v"/>
            </a:pPr>
            <a:r>
              <a:rPr lang="en-US" altLang="en-US" sz="1800" b="1" dirty="0">
                <a:latin typeface="Times" panose="02020603050405020304" pitchFamily="18" charset="0"/>
                <a:cs typeface="Times" panose="02020603050405020304" pitchFamily="18" charset="0"/>
              </a:rPr>
              <a:t>Relay Module:</a:t>
            </a:r>
            <a:r>
              <a:rPr lang="en-US" altLang="en-US" sz="1800" dirty="0">
                <a:latin typeface="Times" panose="02020603050405020304" pitchFamily="18" charset="0"/>
                <a:cs typeface="Times" panose="02020603050405020304" pitchFamily="18" charset="0"/>
              </a:rPr>
              <a:t> Safely switches high-voltage devices using low-voltage control signals</a:t>
            </a:r>
          </a:p>
          <a:p>
            <a:pPr lvl="0" algn="just">
              <a:spcBef>
                <a:spcPct val="0"/>
              </a:spcBef>
              <a:buFont typeface="Wingdings" panose="05000000000000000000" pitchFamily="2" charset="2"/>
              <a:buChar char="v"/>
            </a:pPr>
            <a:r>
              <a:rPr lang="en-US" altLang="en-US" sz="1800" b="1" dirty="0">
                <a:latin typeface="Times" panose="02020603050405020304" pitchFamily="18" charset="0"/>
                <a:cs typeface="Times" panose="02020603050405020304" pitchFamily="18" charset="0"/>
              </a:rPr>
              <a:t>MQ-3 Alcohol Sensor:</a:t>
            </a:r>
            <a:r>
              <a:rPr lang="en-US" altLang="en-US" sz="1800" dirty="0">
                <a:latin typeface="Times" panose="02020603050405020304" pitchFamily="18" charset="0"/>
                <a:cs typeface="Times" panose="02020603050405020304" pitchFamily="18" charset="0"/>
              </a:rPr>
              <a:t> Detects alcohol presence in the driver’s breath</a:t>
            </a:r>
          </a:p>
          <a:p>
            <a:pPr lvl="0" algn="just">
              <a:spcBef>
                <a:spcPct val="0"/>
              </a:spcBef>
              <a:buFont typeface="Wingdings" panose="05000000000000000000" pitchFamily="2" charset="2"/>
              <a:buChar char="v"/>
            </a:pPr>
            <a:r>
              <a:rPr lang="en-US" altLang="en-US" sz="1800" b="1" dirty="0">
                <a:latin typeface="Times" panose="02020603050405020304" pitchFamily="18" charset="0"/>
                <a:cs typeface="Times" panose="02020603050405020304" pitchFamily="18" charset="0"/>
              </a:rPr>
              <a:t>GPS Module:</a:t>
            </a:r>
            <a:r>
              <a:rPr lang="en-US" altLang="en-US" sz="1800" dirty="0">
                <a:latin typeface="Times" panose="02020603050405020304" pitchFamily="18" charset="0"/>
                <a:cs typeface="Times" panose="02020603050405020304" pitchFamily="18" charset="0"/>
              </a:rPr>
              <a:t> Provides real-time vehicle location information</a:t>
            </a:r>
          </a:p>
          <a:p>
            <a:pPr lvl="0" algn="just">
              <a:spcBef>
                <a:spcPct val="0"/>
              </a:spcBef>
              <a:buFont typeface="Wingdings" panose="05000000000000000000" pitchFamily="2" charset="2"/>
              <a:buChar char="v"/>
            </a:pPr>
            <a:r>
              <a:rPr lang="en-US" altLang="en-US" sz="1800" b="1" dirty="0">
                <a:latin typeface="Times" panose="02020603050405020304" pitchFamily="18" charset="0"/>
                <a:cs typeface="Times" panose="02020603050405020304" pitchFamily="18" charset="0"/>
              </a:rPr>
              <a:t>GSM Module:</a:t>
            </a:r>
            <a:r>
              <a:rPr lang="en-US" altLang="en-US" sz="1800" dirty="0">
                <a:latin typeface="Times" panose="02020603050405020304" pitchFamily="18" charset="0"/>
                <a:cs typeface="Times" panose="02020603050405020304" pitchFamily="18" charset="0"/>
              </a:rPr>
              <a:t> Sends alert messages using the mobile network</a:t>
            </a:r>
          </a:p>
          <a:p>
            <a:pPr lvl="0" algn="just">
              <a:spcBef>
                <a:spcPct val="0"/>
              </a:spcBef>
              <a:buFont typeface="Wingdings" panose="05000000000000000000" pitchFamily="2" charset="2"/>
              <a:buChar char="v"/>
            </a:pPr>
            <a:r>
              <a:rPr lang="en-US" altLang="en-US" sz="1800" b="1" dirty="0">
                <a:latin typeface="Times" panose="02020603050405020304" pitchFamily="18" charset="0"/>
                <a:cs typeface="Times" panose="02020603050405020304" pitchFamily="18" charset="0"/>
              </a:rPr>
              <a:t>Vibration Sensor:</a:t>
            </a:r>
            <a:r>
              <a:rPr lang="en-US" altLang="en-US" sz="1800" dirty="0">
                <a:latin typeface="Times" panose="02020603050405020304" pitchFamily="18" charset="0"/>
                <a:cs typeface="Times" panose="02020603050405020304" pitchFamily="18" charset="0"/>
              </a:rPr>
              <a:t> Detects shocks or impacts to identify accidents</a:t>
            </a:r>
          </a:p>
          <a:p>
            <a:pPr algn="just">
              <a:buFont typeface="Wingdings" panose="05000000000000000000" pitchFamily="2" charset="2"/>
              <a:buChar char="v"/>
            </a:pPr>
            <a:endParaRPr lang="en-IN" sz="1800" dirty="0">
              <a:latin typeface="Times" panose="02020603050405020304" pitchFamily="18" charset="0"/>
              <a:cs typeface="Times" panose="02020603050405020304" pitchFamily="18" charset="0"/>
            </a:endParaRPr>
          </a:p>
        </p:txBody>
      </p:sp>
    </p:spTree>
    <p:extLst>
      <p:ext uri="{BB962C8B-B14F-4D97-AF65-F5344CB8AC3E}">
        <p14:creationId xmlns:p14="http://schemas.microsoft.com/office/powerpoint/2010/main" val="2123597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C537FB-8CD9-288C-12F8-B68580141F52}"/>
              </a:ext>
            </a:extLst>
          </p:cNvPr>
          <p:cNvSpPr>
            <a:spLocks noGrp="1"/>
          </p:cNvSpPr>
          <p:nvPr>
            <p:ph type="title"/>
          </p:nvPr>
        </p:nvSpPr>
        <p:spPr>
          <a:xfrm>
            <a:off x="1913093" y="116632"/>
            <a:ext cx="6851104" cy="1214422"/>
          </a:xfrm>
        </p:spPr>
        <p:txBody>
          <a:bodyPr/>
          <a:lstStyle/>
          <a:p>
            <a:r>
              <a:rPr lang="en-IN" sz="2800" b="1" dirty="0">
                <a:solidFill>
                  <a:schemeClr val="bg1"/>
                </a:solidFill>
                <a:latin typeface="Arial Black" panose="020B0A04020102020204" pitchFamily="34" charset="0"/>
              </a:rPr>
              <a:t>ADVANTAGES AND APPLICATION</a:t>
            </a:r>
            <a:br>
              <a:rPr lang="en-IN" sz="6600" b="1" dirty="0">
                <a:solidFill>
                  <a:schemeClr val="bg1"/>
                </a:solidFill>
                <a:latin typeface="Arial Black" panose="020B0A04020102020204" pitchFamily="34" charset="0"/>
              </a:rPr>
            </a:br>
            <a:endParaRPr lang="en-IN" dirty="0"/>
          </a:p>
        </p:txBody>
      </p:sp>
      <p:sp>
        <p:nvSpPr>
          <p:cNvPr id="3" name="Content Placeholder 2">
            <a:extLst>
              <a:ext uri="{FF2B5EF4-FFF2-40B4-BE49-F238E27FC236}">
                <a16:creationId xmlns:a16="http://schemas.microsoft.com/office/drawing/2014/main" id="{F3EA457B-8B6B-BC82-A954-907F4E655F7B}"/>
              </a:ext>
            </a:extLst>
          </p:cNvPr>
          <p:cNvSpPr>
            <a:spLocks noGrp="1"/>
          </p:cNvSpPr>
          <p:nvPr>
            <p:ph idx="1"/>
          </p:nvPr>
        </p:nvSpPr>
        <p:spPr>
          <a:xfrm>
            <a:off x="500034" y="1214422"/>
            <a:ext cx="8229600" cy="5268937"/>
          </a:xfrm>
        </p:spPr>
        <p:txBody>
          <a:bodyPr/>
          <a:lstStyle/>
          <a:p>
            <a:r>
              <a:rPr lang="en-IN" sz="1800" b="1" dirty="0">
                <a:latin typeface="Times" panose="02020603050405020304" pitchFamily="18" charset="0"/>
                <a:cs typeface="Times" panose="02020603050405020304" pitchFamily="18" charset="0"/>
              </a:rPr>
              <a:t>Applications</a:t>
            </a:r>
          </a:p>
          <a:p>
            <a:pPr algn="just">
              <a:buFont typeface="Wingdings" panose="05000000000000000000" pitchFamily="2" charset="2"/>
              <a:buChar char="Ø"/>
            </a:pPr>
            <a:r>
              <a:rPr lang="en-IN" sz="1800" dirty="0">
                <a:latin typeface="Times" panose="02020603050405020304" pitchFamily="18" charset="0"/>
                <a:cs typeface="Times" panose="02020603050405020304" pitchFamily="18" charset="0"/>
              </a:rPr>
              <a:t>Smart and intelligent vehicle safety systems</a:t>
            </a:r>
          </a:p>
          <a:p>
            <a:pPr algn="just">
              <a:buFont typeface="Wingdings" panose="05000000000000000000" pitchFamily="2" charset="2"/>
              <a:buChar char="Ø"/>
            </a:pPr>
            <a:r>
              <a:rPr lang="en-IN" sz="1800" dirty="0">
                <a:latin typeface="Times" panose="02020603050405020304" pitchFamily="18" charset="0"/>
                <a:cs typeface="Times" panose="02020603050405020304" pitchFamily="18" charset="0"/>
              </a:rPr>
              <a:t>Personal and commercial vehicle security</a:t>
            </a:r>
          </a:p>
          <a:p>
            <a:pPr algn="just">
              <a:buFont typeface="Wingdings" panose="05000000000000000000" pitchFamily="2" charset="2"/>
              <a:buChar char="Ø"/>
            </a:pPr>
            <a:r>
              <a:rPr lang="en-IN" sz="1800" dirty="0">
                <a:latin typeface="Times" panose="02020603050405020304" pitchFamily="18" charset="0"/>
                <a:cs typeface="Times" panose="02020603050405020304" pitchFamily="18" charset="0"/>
              </a:rPr>
              <a:t>Accident detection and emergency alert systems</a:t>
            </a:r>
          </a:p>
          <a:p>
            <a:pPr algn="just">
              <a:buFont typeface="Wingdings" panose="05000000000000000000" pitchFamily="2" charset="2"/>
              <a:buChar char="Ø"/>
            </a:pPr>
            <a:r>
              <a:rPr lang="en-IN" sz="1800" dirty="0">
                <a:latin typeface="Times" panose="02020603050405020304" pitchFamily="18" charset="0"/>
                <a:cs typeface="Times" panose="02020603050405020304" pitchFamily="18" charset="0"/>
              </a:rPr>
              <a:t>Driver monitoring and fatigue detection systems</a:t>
            </a:r>
          </a:p>
          <a:p>
            <a:pPr algn="just">
              <a:buFont typeface="Wingdings" panose="05000000000000000000" pitchFamily="2" charset="2"/>
              <a:buChar char="Ø"/>
            </a:pPr>
            <a:r>
              <a:rPr lang="en-IN" sz="1800" dirty="0">
                <a:latin typeface="Times" panose="02020603050405020304" pitchFamily="18" charset="0"/>
                <a:cs typeface="Times" panose="02020603050405020304" pitchFamily="18" charset="0"/>
              </a:rPr>
              <a:t>Fleet management and vehicle tracking</a:t>
            </a:r>
          </a:p>
          <a:p>
            <a:pPr algn="just">
              <a:buFont typeface="Wingdings" panose="05000000000000000000" pitchFamily="2" charset="2"/>
              <a:buChar char="Ø"/>
            </a:pPr>
            <a:r>
              <a:rPr lang="en-IN" sz="1800" dirty="0">
                <a:latin typeface="Times" panose="02020603050405020304" pitchFamily="18" charset="0"/>
                <a:cs typeface="Times" panose="02020603050405020304" pitchFamily="18" charset="0"/>
              </a:rPr>
              <a:t>IoT-based transportation and smart mobility solutions</a:t>
            </a:r>
          </a:p>
          <a:p>
            <a:pPr algn="just">
              <a:buFont typeface="Wingdings" panose="05000000000000000000" pitchFamily="2" charset="2"/>
              <a:buChar char="Ø"/>
            </a:pPr>
            <a:endParaRPr lang="en-IN" sz="1800" dirty="0">
              <a:latin typeface="Times" panose="02020603050405020304" pitchFamily="18" charset="0"/>
              <a:cs typeface="Times" panose="02020603050405020304" pitchFamily="18" charset="0"/>
            </a:endParaRPr>
          </a:p>
          <a:p>
            <a:pPr>
              <a:spcBef>
                <a:spcPct val="0"/>
              </a:spcBef>
            </a:pPr>
            <a:r>
              <a:rPr lang="en-IN" sz="1800" b="1" dirty="0">
                <a:latin typeface="Times" panose="02020603050405020304" pitchFamily="18" charset="0"/>
                <a:cs typeface="Times" panose="02020603050405020304" pitchFamily="18" charset="0"/>
              </a:rPr>
              <a:t>Advantages</a:t>
            </a:r>
          </a:p>
          <a:p>
            <a:pPr lvl="0">
              <a:spcBef>
                <a:spcPct val="0"/>
              </a:spcBef>
              <a:buFont typeface="Wingdings" panose="05000000000000000000" pitchFamily="2" charset="2"/>
              <a:buChar char="Ø"/>
            </a:pPr>
            <a:r>
              <a:rPr lang="en-US" altLang="en-US" sz="1800" dirty="0">
                <a:latin typeface="Times" panose="02020603050405020304" pitchFamily="18" charset="0"/>
                <a:cs typeface="Times" panose="02020603050405020304" pitchFamily="18" charset="0"/>
              </a:rPr>
              <a:t>Enhanced Vehicle Security</a:t>
            </a:r>
          </a:p>
          <a:p>
            <a:pPr lvl="0">
              <a:spcBef>
                <a:spcPct val="0"/>
              </a:spcBef>
              <a:buFont typeface="Wingdings" panose="05000000000000000000" pitchFamily="2" charset="2"/>
              <a:buChar char="Ø"/>
            </a:pPr>
            <a:r>
              <a:rPr lang="en-US" altLang="en-US" sz="1800" dirty="0">
                <a:latin typeface="Times" panose="02020603050405020304" pitchFamily="18" charset="0"/>
                <a:cs typeface="Times" panose="02020603050405020304" pitchFamily="18" charset="0"/>
              </a:rPr>
              <a:t>Real-Time Driver Monitoring</a:t>
            </a:r>
          </a:p>
          <a:p>
            <a:pPr lvl="0">
              <a:spcBef>
                <a:spcPct val="0"/>
              </a:spcBef>
              <a:buFont typeface="Wingdings" panose="05000000000000000000" pitchFamily="2" charset="2"/>
              <a:buChar char="Ø"/>
            </a:pPr>
            <a:r>
              <a:rPr lang="en-US" altLang="en-US" sz="1800" dirty="0">
                <a:latin typeface="Times" panose="02020603050405020304" pitchFamily="18" charset="0"/>
                <a:cs typeface="Times" panose="02020603050405020304" pitchFamily="18" charset="0"/>
              </a:rPr>
              <a:t>Integrated Safety Features</a:t>
            </a:r>
          </a:p>
          <a:p>
            <a:pPr lvl="0">
              <a:spcBef>
                <a:spcPct val="0"/>
              </a:spcBef>
              <a:buFont typeface="Wingdings" panose="05000000000000000000" pitchFamily="2" charset="2"/>
              <a:buChar char="Ø"/>
            </a:pPr>
            <a:r>
              <a:rPr lang="en-US" altLang="en-US" sz="1800" dirty="0">
                <a:latin typeface="Times" panose="02020603050405020304" pitchFamily="18" charset="0"/>
                <a:cs typeface="Times" panose="02020603050405020304" pitchFamily="18" charset="0"/>
              </a:rPr>
              <a:t>Cost-Effective Solution</a:t>
            </a:r>
          </a:p>
          <a:p>
            <a:pPr lvl="0">
              <a:spcBef>
                <a:spcPct val="0"/>
              </a:spcBef>
              <a:buFont typeface="Wingdings" panose="05000000000000000000" pitchFamily="2" charset="2"/>
              <a:buChar char="Ø"/>
            </a:pPr>
            <a:r>
              <a:rPr lang="en-US" altLang="en-US" sz="1800" dirty="0">
                <a:latin typeface="Times" panose="02020603050405020304" pitchFamily="18" charset="0"/>
                <a:cs typeface="Times" panose="02020603050405020304" pitchFamily="18" charset="0"/>
              </a:rPr>
              <a:t>Scalable and Upgradable</a:t>
            </a:r>
          </a:p>
          <a:p>
            <a:pPr marL="228600" lvl="0" indent="-228600">
              <a:spcBef>
                <a:spcPct val="0"/>
              </a:spcBef>
              <a:buFont typeface="+mj-lt"/>
              <a:buAutoNum type="arabicPeriod"/>
            </a:pPr>
            <a:endParaRPr lang="en-US" altLang="en-US" sz="1800" dirty="0">
              <a:latin typeface="Times" panose="02020603050405020304" pitchFamily="18" charset="0"/>
              <a:cs typeface="Times" panose="02020603050405020304" pitchFamily="18" charset="0"/>
            </a:endParaRPr>
          </a:p>
        </p:txBody>
      </p:sp>
    </p:spTree>
    <p:extLst>
      <p:ext uri="{BB962C8B-B14F-4D97-AF65-F5344CB8AC3E}">
        <p14:creationId xmlns:p14="http://schemas.microsoft.com/office/powerpoint/2010/main" val="39159449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D8278AF2-EEAB-4E16-B9F6-8261A3C88013}" type="slidenum">
              <a:rPr lang="en-US">
                <a:solidFill>
                  <a:prstClr val="black">
                    <a:tint val="75000"/>
                  </a:prstClr>
                </a:solidFill>
              </a:rPr>
              <a:pPr>
                <a:defRPr/>
              </a:pPr>
              <a:t>19</a:t>
            </a:fld>
            <a:endParaRPr lang="en-US" dirty="0">
              <a:solidFill>
                <a:prstClr val="black">
                  <a:tint val="75000"/>
                </a:prstClr>
              </a:solidFill>
            </a:endParaRPr>
          </a:p>
        </p:txBody>
      </p:sp>
      <p:sp>
        <p:nvSpPr>
          <p:cNvPr id="8" name="Rectangle 1"/>
          <p:cNvSpPr>
            <a:spLocks noChangeArrowheads="1"/>
          </p:cNvSpPr>
          <p:nvPr/>
        </p:nvSpPr>
        <p:spPr bwMode="auto">
          <a:xfrm>
            <a:off x="1981200" y="2677180"/>
            <a:ext cx="5105400" cy="1107996"/>
          </a:xfrm>
          <a:prstGeom prst="rect">
            <a:avLst/>
          </a:prstGeom>
          <a:noFill/>
          <a:ln w="9525">
            <a:noFill/>
            <a:miter lim="800000"/>
          </a:ln>
          <a:effectLst/>
        </p:spPr>
        <p:txBody>
          <a:bodyPr vert="horz" wrap="square" lIns="91440" tIns="45720" rIns="91440" bIns="45720" numCol="1" anchor="ctr" anchorCtr="0" compatLnSpc="1">
            <a:spAutoFit/>
          </a:bodyPr>
          <a:lstStyle/>
          <a:p>
            <a:pPr lvl="0" algn="ctr"/>
            <a:r>
              <a:rPr lang="en-US" sz="6600" b="1" dirty="0">
                <a:solidFill>
                  <a:srgbClr val="FF0000"/>
                </a:solidFill>
                <a:latin typeface="Algerian" panose="04020705040A02060702"/>
                <a:ea typeface="Times New Roman" panose="02020603050405020304" charset="0"/>
                <a:cs typeface="Arial" panose="020B0604020202020204"/>
              </a:rPr>
              <a:t>QUERIES?</a:t>
            </a:r>
            <a:endParaRPr lang="en-US" sz="6600" b="1" i="0" u="none" strike="noStrike" cap="none" normalizeH="0" baseline="0" dirty="0">
              <a:ln>
                <a:noFill/>
              </a:ln>
              <a:solidFill>
                <a:srgbClr val="FF0000"/>
              </a:solidFill>
              <a:effectLst/>
              <a:latin typeface="Algerian" panose="04020705040A02060702"/>
              <a:ea typeface="Times New Roman" panose="02020603050405020304" charset="0"/>
              <a:cs typeface="Arial" panose="020B0604020202020204"/>
            </a:endParaRPr>
          </a:p>
        </p:txBody>
      </p:sp>
    </p:spTree>
  </p:cSld>
  <p:clrMapOvr>
    <a:masterClrMapping/>
  </p:clrMapOvr>
  <p:transition advClick="0"/>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D8278AF2-EEAB-4E16-B9F6-8261A3C88013}" type="slidenum">
              <a:rPr lang="en-US">
                <a:solidFill>
                  <a:prstClr val="black">
                    <a:tint val="75000"/>
                  </a:prstClr>
                </a:solidFill>
              </a:rPr>
              <a:pPr>
                <a:defRPr/>
              </a:pPr>
              <a:t>20</a:t>
            </a:fld>
            <a:endParaRPr lang="en-US" dirty="0">
              <a:solidFill>
                <a:prstClr val="black">
                  <a:tint val="75000"/>
                </a:prstClr>
              </a:solidFill>
            </a:endParaRPr>
          </a:p>
        </p:txBody>
      </p:sp>
      <p:sp>
        <p:nvSpPr>
          <p:cNvPr id="8" name="Rectangle 1"/>
          <p:cNvSpPr>
            <a:spLocks noChangeArrowheads="1"/>
          </p:cNvSpPr>
          <p:nvPr/>
        </p:nvSpPr>
        <p:spPr bwMode="auto">
          <a:xfrm>
            <a:off x="914400" y="2590057"/>
            <a:ext cx="6934200" cy="1107996"/>
          </a:xfrm>
          <a:prstGeom prst="rect">
            <a:avLst/>
          </a:prstGeom>
          <a:noFill/>
          <a:ln w="9525">
            <a:noFill/>
            <a:miter lim="800000"/>
          </a:ln>
          <a:effectLst/>
        </p:spPr>
        <p:txBody>
          <a:bodyPr vert="horz" wrap="square" lIns="91440" tIns="45720" rIns="91440" bIns="45720" numCol="1" anchor="ctr" anchorCtr="0" compatLnSpc="1">
            <a:spAutoFit/>
          </a:bodyPr>
          <a:lstStyle/>
          <a:p>
            <a:pPr lvl="0" algn="ctr"/>
            <a:r>
              <a:rPr lang="en-US" sz="6600" b="1" dirty="0">
                <a:solidFill>
                  <a:srgbClr val="FF0000"/>
                </a:solidFill>
                <a:latin typeface="Algerian" panose="04020705040A02060702"/>
                <a:cs typeface="Arial" panose="020B0604020202020204"/>
              </a:rPr>
              <a:t>THANK</a:t>
            </a:r>
            <a:r>
              <a:rPr kumimoji="0" lang="en-US" sz="3200" b="1" i="0" u="none" strike="noStrike" cap="none" normalizeH="0" baseline="0" dirty="0">
                <a:ln>
                  <a:noFill/>
                </a:ln>
                <a:solidFill>
                  <a:srgbClr val="FF0000"/>
                </a:solidFill>
                <a:effectLst/>
                <a:latin typeface="Arial Black" panose="020B0A04020102020204"/>
                <a:ea typeface="Times New Roman" panose="02020603050405020304" charset="0"/>
                <a:cs typeface="Arial" panose="020B0604020202020204"/>
              </a:rPr>
              <a:t> </a:t>
            </a:r>
            <a:r>
              <a:rPr lang="en-US" sz="6600" b="1" dirty="0">
                <a:solidFill>
                  <a:srgbClr val="FF0000"/>
                </a:solidFill>
                <a:latin typeface="Algerian" panose="04020705040A02060702"/>
                <a:cs typeface="Arial" panose="020B0604020202020204"/>
              </a:rPr>
              <a:t>YOU</a:t>
            </a:r>
          </a:p>
        </p:txBody>
      </p:sp>
    </p:spTree>
  </p:cSld>
  <p:clrMapOvr>
    <a:masterClrMapping/>
  </p:clrMapOvr>
  <p:transition advClick="0"/>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Custom Design">
  <a:themeElements>
    <a:clrScheme name="2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Custom Design">
      <a:majorFont>
        <a:latin typeface="Trebuchet MS"/>
        <a:ea typeface=""/>
        <a:cs typeface=""/>
      </a:majorFont>
      <a:minorFont>
        <a:latin typeface="Trebuchet M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ctr" defTabSz="914400" rtl="0" eaLnBrk="0" fontAlgn="base" latinLnBrk="0" hangingPunct="0">
          <a:lnSpc>
            <a:spcPct val="100000"/>
          </a:lnSpc>
          <a:spcBef>
            <a:spcPct val="0"/>
          </a:spcBef>
          <a:spcAft>
            <a:spcPct val="0"/>
          </a:spcAft>
          <a:buClrTx/>
          <a:buSzTx/>
          <a:buFontTx/>
          <a:buNone/>
          <a:defRPr kumimoji="0" lang="en-US" sz="2400" b="0" i="0" u="none" strike="noStrike" cap="none" normalizeH="0" baseline="0" smtClean="0">
            <a:ln>
              <a:noFill/>
            </a:ln>
            <a:solidFill>
              <a:schemeClr val="tx1"/>
            </a:solidFill>
            <a:effectLst/>
            <a:latin typeface="Times"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ctr" defTabSz="914400" rtl="0" eaLnBrk="0" fontAlgn="base" latinLnBrk="0" hangingPunct="0">
          <a:lnSpc>
            <a:spcPct val="100000"/>
          </a:lnSpc>
          <a:spcBef>
            <a:spcPct val="0"/>
          </a:spcBef>
          <a:spcAft>
            <a:spcPct val="0"/>
          </a:spcAft>
          <a:buClrTx/>
          <a:buSzTx/>
          <a:buFontTx/>
          <a:buNone/>
          <a:defRPr kumimoji="0" lang="en-US" sz="2400" b="0" i="0" u="none" strike="noStrike" cap="none" normalizeH="0" baseline="0" smtClean="0">
            <a:ln>
              <a:noFill/>
            </a:ln>
            <a:solidFill>
              <a:schemeClr val="tx1"/>
            </a:solidFill>
            <a:effectLst/>
            <a:latin typeface="Times" pitchFamily="18" charset="0"/>
          </a:defRPr>
        </a:defPPr>
      </a:lstStyle>
    </a:lnDef>
  </a:objectDefaults>
  <a:extraClrSchemeLst>
    <a:extraClrScheme>
      <a:clrScheme name="2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2269</TotalTime>
  <Words>1004</Words>
  <Application>Microsoft Office PowerPoint</Application>
  <PresentationFormat>On-screen Show (4:3)</PresentationFormat>
  <Paragraphs>128</Paragraphs>
  <Slides>20</Slides>
  <Notes>4</Notes>
  <HiddenSlides>0</HiddenSlides>
  <MMClips>0</MMClips>
  <ScaleCrop>false</ScaleCrop>
  <HeadingPairs>
    <vt:vector size="6" baseType="variant">
      <vt:variant>
        <vt:lpstr>Fonts Used</vt:lpstr>
      </vt:variant>
      <vt:variant>
        <vt:i4>9</vt:i4>
      </vt:variant>
      <vt:variant>
        <vt:lpstr>Theme</vt:lpstr>
      </vt:variant>
      <vt:variant>
        <vt:i4>3</vt:i4>
      </vt:variant>
      <vt:variant>
        <vt:lpstr>Slide Titles</vt:lpstr>
      </vt:variant>
      <vt:variant>
        <vt:i4>20</vt:i4>
      </vt:variant>
    </vt:vector>
  </HeadingPairs>
  <TitlesOfParts>
    <vt:vector size="32" baseType="lpstr">
      <vt:lpstr>Algerian</vt:lpstr>
      <vt:lpstr>Arial</vt:lpstr>
      <vt:lpstr>Arial Black</vt:lpstr>
      <vt:lpstr>Calibri</vt:lpstr>
      <vt:lpstr>dosis</vt:lpstr>
      <vt:lpstr>Times</vt:lpstr>
      <vt:lpstr>Times New Roman</vt:lpstr>
      <vt:lpstr>Trebuchet MS</vt:lpstr>
      <vt:lpstr>Wingdings</vt:lpstr>
      <vt:lpstr>Office Theme</vt:lpstr>
      <vt:lpstr>2_Custom Design</vt:lpstr>
      <vt:lpstr>Office Theme</vt:lpstr>
      <vt:lpstr>DEPARTMENT OF COMPUTER SCIENCE AND  ENGINEERING (IOT)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PROPOSED SYSTEM </vt:lpstr>
      <vt:lpstr>Methodology </vt:lpstr>
      <vt:lpstr>PowerPoint Presentation</vt:lpstr>
      <vt:lpstr>PowerPoint Presentation</vt:lpstr>
      <vt:lpstr>PowerPoint Presentation</vt:lpstr>
      <vt:lpstr>PowerPoint Presentation</vt:lpstr>
      <vt:lpstr>PowerPoint Presentation</vt:lpstr>
      <vt:lpstr>PowerPoint Presentation</vt:lpstr>
      <vt:lpstr>Hardware TOOL USED</vt:lpstr>
      <vt:lpstr>ADVANTAGES AND APPLICATION </vt:lpstr>
      <vt:lpstr>PowerPoint Presentation</vt:lpstr>
      <vt:lpstr>PowerPoint Presentation</vt:lpstr>
    </vt:vector>
  </TitlesOfParts>
  <Company>GPREC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EEE-HOD</dc:creator>
  <cp:lastModifiedBy>PINJARI APSAR</cp:lastModifiedBy>
  <cp:revision>1467</cp:revision>
  <dcterms:created xsi:type="dcterms:W3CDTF">2012-09-02T21:14:00Z</dcterms:created>
  <dcterms:modified xsi:type="dcterms:W3CDTF">2026-03-10T06:50:26Z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1033-11.2.0.10200</vt:lpwstr>
  </property>
</Properties>
</file>